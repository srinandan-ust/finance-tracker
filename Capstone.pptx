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
  </p:notesMasterIdLst>
  <p:sldIdLst>
    <p:sldId id="2147481176" r:id="rId5"/>
    <p:sldId id="2147481174" r:id="rId6"/>
    <p:sldId id="2147481178" r:id="rId7"/>
    <p:sldId id="2147481180" r:id="rId8"/>
    <p:sldId id="2147481179" r:id="rId9"/>
    <p:sldId id="2147481183" r:id="rId10"/>
    <p:sldId id="2147481181" r:id="rId11"/>
    <p:sldId id="2147481185" r:id="rId12"/>
    <p:sldId id="2147481182" r:id="rId13"/>
    <p:sldId id="42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8E9"/>
    <a:srgbClr val="BFDD89"/>
    <a:srgbClr val="F3A447"/>
    <a:srgbClr val="0070C0"/>
    <a:srgbClr val="EFBC77"/>
    <a:srgbClr val="B1650C"/>
    <a:srgbClr val="6699FF"/>
    <a:srgbClr val="DFCF04"/>
    <a:srgbClr val="01B27C"/>
    <a:srgbClr val="7D9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313F6B-C63E-4B8E-98FB-EEC1A8078EB8}" v="2" dt="2025-01-22T10:46:50.9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678564-212D-4304-8138-DD2B4EE66498}" type="datetimeFigureOut">
              <a:rPr lang="en-US" smtClean="0"/>
              <a:t>5/2/2025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B51B8A-5922-464F-8DD6-1251D3752470}" type="slidenum">
              <a:rPr lang="en-US" smtClean="0"/>
              <a:t>‹#›</a:t>
            </a:fld>
            <a:endParaRPr lang="en-US"/>
          </a:p>
        </p:txBody>
      </p:sp>
    </p:spTree>
    <p:extLst>
      <p:ext uri="{BB962C8B-B14F-4D97-AF65-F5344CB8AC3E}">
        <p14:creationId xmlns:p14="http://schemas.microsoft.com/office/powerpoint/2010/main" val="1569230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www.facebook.com/USTGlobal" TargetMode="External"/><Relationship Id="rId2" Type="http://schemas.openxmlformats.org/officeDocument/2006/relationships/hyperlink" Target="http://www.linkedin.com/company/ust-global" TargetMode="External"/><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hyperlink" Target="http://www.youtube.com/ustglobalweb" TargetMode="External"/><Relationship Id="rId4" Type="http://schemas.openxmlformats.org/officeDocument/2006/relationships/hyperlink" Target="https://twitter.com/USTGlobal" TargetMode="Externa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3" Type="http://schemas.openxmlformats.org/officeDocument/2006/relationships/hyperlink" Target="https://www.facebook.com/USTGlobal" TargetMode="External"/><Relationship Id="rId2" Type="http://schemas.openxmlformats.org/officeDocument/2006/relationships/hyperlink" Target="http://www.linkedin.com/company/ust-global" TargetMode="External"/><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hyperlink" Target="http://www.youtube.com/ustglobalweb" TargetMode="External"/><Relationship Id="rId4" Type="http://schemas.openxmlformats.org/officeDocument/2006/relationships/hyperlink" Target="https://twitter.com/USTGlobal" TargetMode="Externa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1702053" y="1585468"/>
            <a:ext cx="8686800" cy="2105012"/>
          </a:xfrm>
        </p:spPr>
        <p:txBody>
          <a:bodyPr anchor="b" anchorCtr="0"/>
          <a:lstStyle>
            <a:lvl1pPr algn="l">
              <a:defRPr sz="48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2361101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6546">
          <p15:clr>
            <a:srgbClr val="FBAE40"/>
          </p15:clr>
        </p15:guide>
        <p15:guide id="3" orient="horz" pos="776">
          <p15:clr>
            <a:srgbClr val="FBAE40"/>
          </p15:clr>
        </p15:guide>
        <p15:guide id="4" pos="7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1">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32197707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2">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14070611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2_Custom Layout">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C051681-A353-F8FE-EE8E-CFD6919533EC}"/>
              </a:ext>
            </a:extLst>
          </p:cNvPr>
          <p:cNvPicPr>
            <a:picLocks noChangeAspect="1"/>
          </p:cNvPicPr>
          <p:nvPr userDrawn="1"/>
        </p:nvPicPr>
        <p:blipFill rotWithShape="1">
          <a:blip r:embed="rId2">
            <a:alphaModFix amt="70000"/>
          </a:blip>
          <a:srcRect b="5183"/>
          <a:stretch/>
        </p:blipFill>
        <p:spPr>
          <a:xfrm>
            <a:off x="3721099" y="2340112"/>
            <a:ext cx="8470897" cy="4517888"/>
          </a:xfrm>
          <a:prstGeom prst="rect">
            <a:avLst/>
          </a:prstGeom>
        </p:spPr>
      </p:pic>
      <p:sp>
        <p:nvSpPr>
          <p:cNvPr id="3" name="Freeform: Shape 2">
            <a:extLst>
              <a:ext uri="{FF2B5EF4-FFF2-40B4-BE49-F238E27FC236}">
                <a16:creationId xmlns:a16="http://schemas.microsoft.com/office/drawing/2014/main" id="{58F63F2D-753C-78A2-960C-4D298F253800}"/>
              </a:ext>
            </a:extLst>
          </p:cNvPr>
          <p:cNvSpPr/>
          <p:nvPr userDrawn="1"/>
        </p:nvSpPr>
        <p:spPr>
          <a:xfrm>
            <a:off x="3" y="1"/>
            <a:ext cx="12191997" cy="6857999"/>
          </a:xfrm>
          <a:custGeom>
            <a:avLst/>
            <a:gdLst>
              <a:gd name="connsiteX0" fmla="*/ 10063687 w 12191997"/>
              <a:gd name="connsiteY0" fmla="*/ 4228225 h 6857999"/>
              <a:gd name="connsiteX1" fmla="*/ 9057847 w 12191997"/>
              <a:gd name="connsiteY1" fmla="*/ 4731145 h 6857999"/>
              <a:gd name="connsiteX2" fmla="*/ 9057847 w 12191997"/>
              <a:gd name="connsiteY2" fmla="*/ 5736985 h 6857999"/>
              <a:gd name="connsiteX3" fmla="*/ 10063687 w 12191997"/>
              <a:gd name="connsiteY3" fmla="*/ 6239905 h 6857999"/>
              <a:gd name="connsiteX4" fmla="*/ 11069527 w 12191997"/>
              <a:gd name="connsiteY4" fmla="*/ 5736985 h 6857999"/>
              <a:gd name="connsiteX5" fmla="*/ 11069527 w 12191997"/>
              <a:gd name="connsiteY5" fmla="*/ 4731145 h 6857999"/>
              <a:gd name="connsiteX6" fmla="*/ 7972178 w 12191997"/>
              <a:gd name="connsiteY6" fmla="*/ 4228225 h 6857999"/>
              <a:gd name="connsiteX7" fmla="*/ 6966338 w 12191997"/>
              <a:gd name="connsiteY7" fmla="*/ 4731145 h 6857999"/>
              <a:gd name="connsiteX8" fmla="*/ 6966338 w 12191997"/>
              <a:gd name="connsiteY8" fmla="*/ 5736985 h 6857999"/>
              <a:gd name="connsiteX9" fmla="*/ 7972178 w 12191997"/>
              <a:gd name="connsiteY9" fmla="*/ 6239905 h 6857999"/>
              <a:gd name="connsiteX10" fmla="*/ 8978018 w 12191997"/>
              <a:gd name="connsiteY10" fmla="*/ 5736985 h 6857999"/>
              <a:gd name="connsiteX11" fmla="*/ 8978018 w 12191997"/>
              <a:gd name="connsiteY11" fmla="*/ 4731145 h 6857999"/>
              <a:gd name="connsiteX12" fmla="*/ 5880669 w 12191997"/>
              <a:gd name="connsiteY12" fmla="*/ 4228225 h 6857999"/>
              <a:gd name="connsiteX13" fmla="*/ 4874829 w 12191997"/>
              <a:gd name="connsiteY13" fmla="*/ 4731145 h 6857999"/>
              <a:gd name="connsiteX14" fmla="*/ 4874829 w 12191997"/>
              <a:gd name="connsiteY14" fmla="*/ 5736985 h 6857999"/>
              <a:gd name="connsiteX15" fmla="*/ 5880669 w 12191997"/>
              <a:gd name="connsiteY15" fmla="*/ 6239905 h 6857999"/>
              <a:gd name="connsiteX16" fmla="*/ 6886509 w 12191997"/>
              <a:gd name="connsiteY16" fmla="*/ 5736985 h 6857999"/>
              <a:gd name="connsiteX17" fmla="*/ 6886509 w 12191997"/>
              <a:gd name="connsiteY17" fmla="*/ 4731145 h 6857999"/>
              <a:gd name="connsiteX18" fmla="*/ 9014303 w 12191997"/>
              <a:gd name="connsiteY18" fmla="*/ 2636708 h 6857999"/>
              <a:gd name="connsiteX19" fmla="*/ 8008463 w 12191997"/>
              <a:gd name="connsiteY19" fmla="*/ 3139628 h 6857999"/>
              <a:gd name="connsiteX20" fmla="*/ 8008463 w 12191997"/>
              <a:gd name="connsiteY20" fmla="*/ 4145468 h 6857999"/>
              <a:gd name="connsiteX21" fmla="*/ 9014303 w 12191997"/>
              <a:gd name="connsiteY21" fmla="*/ 4648388 h 6857999"/>
              <a:gd name="connsiteX22" fmla="*/ 10020143 w 12191997"/>
              <a:gd name="connsiteY22" fmla="*/ 4145468 h 6857999"/>
              <a:gd name="connsiteX23" fmla="*/ 10020143 w 12191997"/>
              <a:gd name="connsiteY23" fmla="*/ 3139628 h 6857999"/>
              <a:gd name="connsiteX24" fmla="*/ 6922794 w 12191997"/>
              <a:gd name="connsiteY24" fmla="*/ 2636708 h 6857999"/>
              <a:gd name="connsiteX25" fmla="*/ 5916954 w 12191997"/>
              <a:gd name="connsiteY25" fmla="*/ 3139629 h 6857999"/>
              <a:gd name="connsiteX26" fmla="*/ 5916954 w 12191997"/>
              <a:gd name="connsiteY26" fmla="*/ 4145468 h 6857999"/>
              <a:gd name="connsiteX27" fmla="*/ 6922794 w 12191997"/>
              <a:gd name="connsiteY27" fmla="*/ 4648388 h 6857999"/>
              <a:gd name="connsiteX28" fmla="*/ 7928634 w 12191997"/>
              <a:gd name="connsiteY28" fmla="*/ 4145468 h 6857999"/>
              <a:gd name="connsiteX29" fmla="*/ 7928634 w 12191997"/>
              <a:gd name="connsiteY29" fmla="*/ 3139629 h 6857999"/>
              <a:gd name="connsiteX30" fmla="*/ 4831286 w 12191997"/>
              <a:gd name="connsiteY30" fmla="*/ 2636708 h 6857999"/>
              <a:gd name="connsiteX31" fmla="*/ 3825446 w 12191997"/>
              <a:gd name="connsiteY31" fmla="*/ 3139629 h 6857999"/>
              <a:gd name="connsiteX32" fmla="*/ 3825446 w 12191997"/>
              <a:gd name="connsiteY32" fmla="*/ 4145468 h 6857999"/>
              <a:gd name="connsiteX33" fmla="*/ 4831286 w 12191997"/>
              <a:gd name="connsiteY33" fmla="*/ 4648388 h 6857999"/>
              <a:gd name="connsiteX34" fmla="*/ 5837125 w 12191997"/>
              <a:gd name="connsiteY34" fmla="*/ 4145468 h 6857999"/>
              <a:gd name="connsiteX35" fmla="*/ 5837125 w 12191997"/>
              <a:gd name="connsiteY35" fmla="*/ 3139629 h 6857999"/>
              <a:gd name="connsiteX36" fmla="*/ 11105811 w 12191997"/>
              <a:gd name="connsiteY36" fmla="*/ 2636708 h 6857999"/>
              <a:gd name="connsiteX37" fmla="*/ 10099971 w 12191997"/>
              <a:gd name="connsiteY37" fmla="*/ 3139628 h 6857999"/>
              <a:gd name="connsiteX38" fmla="*/ 10099971 w 12191997"/>
              <a:gd name="connsiteY38" fmla="*/ 4145468 h 6857999"/>
              <a:gd name="connsiteX39" fmla="*/ 11105811 w 12191997"/>
              <a:gd name="connsiteY39" fmla="*/ 4648388 h 6857999"/>
              <a:gd name="connsiteX40" fmla="*/ 12111651 w 12191997"/>
              <a:gd name="connsiteY40" fmla="*/ 4145468 h 6857999"/>
              <a:gd name="connsiteX41" fmla="*/ 12111651 w 12191997"/>
              <a:gd name="connsiteY41" fmla="*/ 3139628 h 6857999"/>
              <a:gd name="connsiteX42" fmla="*/ 0 w 12191997"/>
              <a:gd name="connsiteY42" fmla="*/ 0 h 6857999"/>
              <a:gd name="connsiteX43" fmla="*/ 12191997 w 12191997"/>
              <a:gd name="connsiteY43" fmla="*/ 0 h 6857999"/>
              <a:gd name="connsiteX44" fmla="*/ 12191997 w 12191997"/>
              <a:gd name="connsiteY44" fmla="*/ 4246626 h 6857999"/>
              <a:gd name="connsiteX45" fmla="*/ 12155195 w 12191997"/>
              <a:gd name="connsiteY45" fmla="*/ 4228225 h 6857999"/>
              <a:gd name="connsiteX46" fmla="*/ 11149355 w 12191997"/>
              <a:gd name="connsiteY46" fmla="*/ 4731145 h 6857999"/>
              <a:gd name="connsiteX47" fmla="*/ 11149355 w 12191997"/>
              <a:gd name="connsiteY47" fmla="*/ 5736985 h 6857999"/>
              <a:gd name="connsiteX48" fmla="*/ 12155195 w 12191997"/>
              <a:gd name="connsiteY48" fmla="*/ 6239905 h 6857999"/>
              <a:gd name="connsiteX49" fmla="*/ 12191997 w 12191997"/>
              <a:gd name="connsiteY49" fmla="*/ 6221504 h 6857999"/>
              <a:gd name="connsiteX50" fmla="*/ 12191997 w 12191997"/>
              <a:gd name="connsiteY50" fmla="*/ 6857999 h 6857999"/>
              <a:gd name="connsiteX51" fmla="*/ 12111651 w 12191997"/>
              <a:gd name="connsiteY51" fmla="*/ 6857999 h 6857999"/>
              <a:gd name="connsiteX52" fmla="*/ 12111651 w 12191997"/>
              <a:gd name="connsiteY52" fmla="*/ 6314037 h 6857999"/>
              <a:gd name="connsiteX53" fmla="*/ 11105811 w 12191997"/>
              <a:gd name="connsiteY53" fmla="*/ 5811117 h 6857999"/>
              <a:gd name="connsiteX54" fmla="*/ 10099971 w 12191997"/>
              <a:gd name="connsiteY54" fmla="*/ 6314037 h 6857999"/>
              <a:gd name="connsiteX55" fmla="*/ 10099971 w 12191997"/>
              <a:gd name="connsiteY55" fmla="*/ 6857999 h 6857999"/>
              <a:gd name="connsiteX56" fmla="*/ 10021594 w 12191997"/>
              <a:gd name="connsiteY56" fmla="*/ 6857999 h 6857999"/>
              <a:gd name="connsiteX57" fmla="*/ 10021594 w 12191997"/>
              <a:gd name="connsiteY57" fmla="*/ 6314037 h 6857999"/>
              <a:gd name="connsiteX58" fmla="*/ 9015754 w 12191997"/>
              <a:gd name="connsiteY58" fmla="*/ 5811117 h 6857999"/>
              <a:gd name="connsiteX59" fmla="*/ 8009914 w 12191997"/>
              <a:gd name="connsiteY59" fmla="*/ 6314037 h 6857999"/>
              <a:gd name="connsiteX60" fmla="*/ 8009914 w 12191997"/>
              <a:gd name="connsiteY60" fmla="*/ 6857999 h 6857999"/>
              <a:gd name="connsiteX61" fmla="*/ 7931537 w 12191997"/>
              <a:gd name="connsiteY61" fmla="*/ 6857999 h 6857999"/>
              <a:gd name="connsiteX62" fmla="*/ 7931537 w 12191997"/>
              <a:gd name="connsiteY62" fmla="*/ 6314037 h 6857999"/>
              <a:gd name="connsiteX63" fmla="*/ 6925697 w 12191997"/>
              <a:gd name="connsiteY63" fmla="*/ 5811117 h 6857999"/>
              <a:gd name="connsiteX64" fmla="*/ 5919857 w 12191997"/>
              <a:gd name="connsiteY64" fmla="*/ 6314037 h 6857999"/>
              <a:gd name="connsiteX65" fmla="*/ 5919857 w 12191997"/>
              <a:gd name="connsiteY65" fmla="*/ 6857999 h 6857999"/>
              <a:gd name="connsiteX66" fmla="*/ 5841481 w 12191997"/>
              <a:gd name="connsiteY66" fmla="*/ 6857999 h 6857999"/>
              <a:gd name="connsiteX67" fmla="*/ 5841481 w 12191997"/>
              <a:gd name="connsiteY67" fmla="*/ 6314037 h 6857999"/>
              <a:gd name="connsiteX68" fmla="*/ 4835641 w 12191997"/>
              <a:gd name="connsiteY68" fmla="*/ 5811117 h 6857999"/>
              <a:gd name="connsiteX69" fmla="*/ 3829802 w 12191997"/>
              <a:gd name="connsiteY69" fmla="*/ 6314037 h 6857999"/>
              <a:gd name="connsiteX70" fmla="*/ 3829802 w 12191997"/>
              <a:gd name="connsiteY70" fmla="*/ 6857999 h 6857999"/>
              <a:gd name="connsiteX71" fmla="*/ 0 w 12191997"/>
              <a:gd name="connsiteY71"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2191997" h="6857999">
                <a:moveTo>
                  <a:pt x="10063687" y="4228225"/>
                </a:moveTo>
                <a:lnTo>
                  <a:pt x="9057847" y="4731145"/>
                </a:lnTo>
                <a:lnTo>
                  <a:pt x="9057847" y="5736985"/>
                </a:lnTo>
                <a:lnTo>
                  <a:pt x="10063687" y="6239905"/>
                </a:lnTo>
                <a:lnTo>
                  <a:pt x="11069527" y="5736985"/>
                </a:lnTo>
                <a:lnTo>
                  <a:pt x="11069527" y="4731145"/>
                </a:lnTo>
                <a:close/>
                <a:moveTo>
                  <a:pt x="7972178" y="4228225"/>
                </a:moveTo>
                <a:lnTo>
                  <a:pt x="6966338" y="4731145"/>
                </a:lnTo>
                <a:lnTo>
                  <a:pt x="6966338" y="5736985"/>
                </a:lnTo>
                <a:lnTo>
                  <a:pt x="7972178" y="6239905"/>
                </a:lnTo>
                <a:lnTo>
                  <a:pt x="8978018" y="5736985"/>
                </a:lnTo>
                <a:lnTo>
                  <a:pt x="8978018" y="4731145"/>
                </a:lnTo>
                <a:close/>
                <a:moveTo>
                  <a:pt x="5880669" y="4228225"/>
                </a:moveTo>
                <a:lnTo>
                  <a:pt x="4874829" y="4731145"/>
                </a:lnTo>
                <a:lnTo>
                  <a:pt x="4874829" y="5736985"/>
                </a:lnTo>
                <a:lnTo>
                  <a:pt x="5880669" y="6239905"/>
                </a:lnTo>
                <a:lnTo>
                  <a:pt x="6886509" y="5736985"/>
                </a:lnTo>
                <a:lnTo>
                  <a:pt x="6886509" y="4731145"/>
                </a:lnTo>
                <a:close/>
                <a:moveTo>
                  <a:pt x="9014303" y="2636708"/>
                </a:moveTo>
                <a:lnTo>
                  <a:pt x="8008463" y="3139628"/>
                </a:lnTo>
                <a:lnTo>
                  <a:pt x="8008463" y="4145468"/>
                </a:lnTo>
                <a:lnTo>
                  <a:pt x="9014303" y="4648388"/>
                </a:lnTo>
                <a:lnTo>
                  <a:pt x="10020143" y="4145468"/>
                </a:lnTo>
                <a:lnTo>
                  <a:pt x="10020143" y="3139628"/>
                </a:lnTo>
                <a:close/>
                <a:moveTo>
                  <a:pt x="6922794" y="2636708"/>
                </a:moveTo>
                <a:lnTo>
                  <a:pt x="5916954" y="3139629"/>
                </a:lnTo>
                <a:lnTo>
                  <a:pt x="5916954" y="4145468"/>
                </a:lnTo>
                <a:lnTo>
                  <a:pt x="6922794" y="4648388"/>
                </a:lnTo>
                <a:lnTo>
                  <a:pt x="7928634" y="4145468"/>
                </a:lnTo>
                <a:lnTo>
                  <a:pt x="7928634" y="3139629"/>
                </a:lnTo>
                <a:close/>
                <a:moveTo>
                  <a:pt x="4831286" y="2636708"/>
                </a:moveTo>
                <a:lnTo>
                  <a:pt x="3825446" y="3139629"/>
                </a:lnTo>
                <a:lnTo>
                  <a:pt x="3825446" y="4145468"/>
                </a:lnTo>
                <a:lnTo>
                  <a:pt x="4831286" y="4648388"/>
                </a:lnTo>
                <a:lnTo>
                  <a:pt x="5837125" y="4145468"/>
                </a:lnTo>
                <a:lnTo>
                  <a:pt x="5837125" y="3139629"/>
                </a:lnTo>
                <a:close/>
                <a:moveTo>
                  <a:pt x="11105811" y="2636708"/>
                </a:moveTo>
                <a:lnTo>
                  <a:pt x="10099971" y="3139628"/>
                </a:lnTo>
                <a:lnTo>
                  <a:pt x="10099971" y="4145468"/>
                </a:lnTo>
                <a:lnTo>
                  <a:pt x="11105811" y="4648388"/>
                </a:lnTo>
                <a:lnTo>
                  <a:pt x="12111651" y="4145468"/>
                </a:lnTo>
                <a:lnTo>
                  <a:pt x="12111651" y="3139628"/>
                </a:lnTo>
                <a:close/>
                <a:moveTo>
                  <a:pt x="0" y="0"/>
                </a:moveTo>
                <a:lnTo>
                  <a:pt x="12191997" y="0"/>
                </a:lnTo>
                <a:lnTo>
                  <a:pt x="12191997" y="4246626"/>
                </a:lnTo>
                <a:lnTo>
                  <a:pt x="12155195" y="4228225"/>
                </a:lnTo>
                <a:lnTo>
                  <a:pt x="11149355" y="4731145"/>
                </a:lnTo>
                <a:lnTo>
                  <a:pt x="11149355" y="5736985"/>
                </a:lnTo>
                <a:lnTo>
                  <a:pt x="12155195" y="6239905"/>
                </a:lnTo>
                <a:lnTo>
                  <a:pt x="12191997" y="6221504"/>
                </a:lnTo>
                <a:lnTo>
                  <a:pt x="12191997" y="6857999"/>
                </a:lnTo>
                <a:lnTo>
                  <a:pt x="12111651" y="6857999"/>
                </a:lnTo>
                <a:lnTo>
                  <a:pt x="12111651" y="6314037"/>
                </a:lnTo>
                <a:lnTo>
                  <a:pt x="11105811" y="5811117"/>
                </a:lnTo>
                <a:lnTo>
                  <a:pt x="10099971" y="6314037"/>
                </a:lnTo>
                <a:lnTo>
                  <a:pt x="10099971" y="6857999"/>
                </a:lnTo>
                <a:lnTo>
                  <a:pt x="10021594" y="6857999"/>
                </a:lnTo>
                <a:lnTo>
                  <a:pt x="10021594" y="6314037"/>
                </a:lnTo>
                <a:lnTo>
                  <a:pt x="9015754" y="5811117"/>
                </a:lnTo>
                <a:lnTo>
                  <a:pt x="8009914" y="6314037"/>
                </a:lnTo>
                <a:lnTo>
                  <a:pt x="8009914" y="6857999"/>
                </a:lnTo>
                <a:lnTo>
                  <a:pt x="7931537" y="6857999"/>
                </a:lnTo>
                <a:lnTo>
                  <a:pt x="7931537" y="6314037"/>
                </a:lnTo>
                <a:lnTo>
                  <a:pt x="6925697" y="5811117"/>
                </a:lnTo>
                <a:lnTo>
                  <a:pt x="5919857" y="6314037"/>
                </a:lnTo>
                <a:lnTo>
                  <a:pt x="5919857" y="6857999"/>
                </a:lnTo>
                <a:lnTo>
                  <a:pt x="5841481" y="6857999"/>
                </a:lnTo>
                <a:lnTo>
                  <a:pt x="5841481" y="6314037"/>
                </a:lnTo>
                <a:lnTo>
                  <a:pt x="4835641" y="5811117"/>
                </a:lnTo>
                <a:lnTo>
                  <a:pt x="3829802" y="6314037"/>
                </a:lnTo>
                <a:lnTo>
                  <a:pt x="3829802" y="6857999"/>
                </a:lnTo>
                <a:lnTo>
                  <a:pt x="0" y="6857999"/>
                </a:lnTo>
                <a:close/>
              </a:path>
            </a:pathLst>
          </a:custGeom>
          <a:solidFill>
            <a:schemeClr val="bg2">
              <a:lumMod val="50000"/>
            </a:scheme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7" name="Rectangle 6">
            <a:extLst>
              <a:ext uri="{FF2B5EF4-FFF2-40B4-BE49-F238E27FC236}">
                <a16:creationId xmlns:a16="http://schemas.microsoft.com/office/drawing/2014/main" id="{424E4A8C-7ADB-17AA-B30D-ACBA9E7C0F9B}"/>
              </a:ext>
            </a:extLst>
          </p:cNvPr>
          <p:cNvSpPr/>
          <p:nvPr userDrawn="1"/>
        </p:nvSpPr>
        <p:spPr>
          <a:xfrm>
            <a:off x="177800" y="0"/>
            <a:ext cx="3543300" cy="5499100"/>
          </a:xfrm>
          <a:prstGeom prst="rect">
            <a:avLst/>
          </a:prstGeom>
          <a:solidFill>
            <a:srgbClr val="231F20">
              <a:alpha val="69000"/>
            </a:srgb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UST" descr="UST">
            <a:extLst>
              <a:ext uri="{FF2B5EF4-FFF2-40B4-BE49-F238E27FC236}">
                <a16:creationId xmlns:a16="http://schemas.microsoft.com/office/drawing/2014/main" id="{1EDDB989-95B7-1838-C448-C76BB03E1C57}"/>
              </a:ext>
            </a:extLst>
          </p:cNvPr>
          <p:cNvSpPr>
            <a:spLocks noChangeAspect="1" noEditPoints="1"/>
          </p:cNvSpPr>
          <p:nvPr userDrawn="1"/>
        </p:nvSpPr>
        <p:spPr bwMode="black">
          <a:xfrm>
            <a:off x="11059157" y="434378"/>
            <a:ext cx="640080" cy="70818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pic>
        <p:nvPicPr>
          <p:cNvPr id="6" name="Picture 5" descr="A blue logo with a black background&#10;&#10;Description automatically generated">
            <a:extLst>
              <a:ext uri="{FF2B5EF4-FFF2-40B4-BE49-F238E27FC236}">
                <a16:creationId xmlns:a16="http://schemas.microsoft.com/office/drawing/2014/main" id="{328AF0F2-6229-84CB-958D-6E42FE27AB75}"/>
              </a:ext>
            </a:extLst>
          </p:cNvPr>
          <p:cNvPicPr>
            <a:picLocks noChangeAspect="1"/>
          </p:cNvPicPr>
          <p:nvPr userDrawn="1"/>
        </p:nvPicPr>
        <p:blipFill>
          <a:blip r:embed="rId3"/>
          <a:stretch>
            <a:fillRect/>
          </a:stretch>
        </p:blipFill>
        <p:spPr>
          <a:xfrm>
            <a:off x="1351786" y="269278"/>
            <a:ext cx="1195329" cy="1097280"/>
          </a:xfrm>
          <a:prstGeom prst="rect">
            <a:avLst/>
          </a:prstGeom>
        </p:spPr>
      </p:pic>
      <p:cxnSp>
        <p:nvCxnSpPr>
          <p:cNvPr id="8" name="Straight Connector 7">
            <a:extLst>
              <a:ext uri="{FF2B5EF4-FFF2-40B4-BE49-F238E27FC236}">
                <a16:creationId xmlns:a16="http://schemas.microsoft.com/office/drawing/2014/main" id="{B0FB3FE6-6CFD-2AE9-8FEC-8FC1D6BEEBFA}"/>
              </a:ext>
            </a:extLst>
          </p:cNvPr>
          <p:cNvCxnSpPr>
            <a:cxnSpLocks/>
          </p:cNvCxnSpPr>
          <p:nvPr userDrawn="1"/>
        </p:nvCxnSpPr>
        <p:spPr>
          <a:xfrm>
            <a:off x="943610" y="1694205"/>
            <a:ext cx="2011680" cy="0"/>
          </a:xfrm>
          <a:prstGeom prst="line">
            <a:avLst/>
          </a:prstGeom>
          <a:ln>
            <a:headEnd type="oval" w="med" len="med"/>
            <a:tailEnd type="oval" w="med" len="med"/>
          </a:ln>
        </p:spPr>
        <p:style>
          <a:lnRef idx="1">
            <a:schemeClr val="accent5"/>
          </a:lnRef>
          <a:fillRef idx="0">
            <a:schemeClr val="accent5"/>
          </a:fillRef>
          <a:effectRef idx="0">
            <a:schemeClr val="accent5"/>
          </a:effectRef>
          <a:fontRef idx="minor">
            <a:schemeClr val="tx1"/>
          </a:fontRef>
        </p:style>
      </p:cxnSp>
      <p:sp>
        <p:nvSpPr>
          <p:cNvPr id="12" name="Text Placeholder 11">
            <a:extLst>
              <a:ext uri="{FF2B5EF4-FFF2-40B4-BE49-F238E27FC236}">
                <a16:creationId xmlns:a16="http://schemas.microsoft.com/office/drawing/2014/main" id="{73209E91-F4C9-6A5B-47AF-18494E1B9781}"/>
              </a:ext>
            </a:extLst>
          </p:cNvPr>
          <p:cNvSpPr>
            <a:spLocks noGrp="1"/>
          </p:cNvSpPr>
          <p:nvPr>
            <p:ph type="body" sz="quarter" idx="10" hasCustomPrompt="1"/>
          </p:nvPr>
        </p:nvSpPr>
        <p:spPr>
          <a:xfrm>
            <a:off x="419100" y="2021852"/>
            <a:ext cx="3060700" cy="2438400"/>
          </a:xfrm>
          <a:noFill/>
          <a:ln>
            <a:noFill/>
          </a:ln>
        </p:spPr>
        <p:txBody>
          <a:bodyPr anchor="ctr">
            <a:normAutofit/>
          </a:bodyPr>
          <a:lstStyle>
            <a:lvl1pPr marL="0" indent="0" algn="ctr">
              <a:buNone/>
              <a:defRPr sz="2000" b="1">
                <a:solidFill>
                  <a:schemeClr val="bg1">
                    <a:lumMod val="25000"/>
                    <a:lumOff val="75000"/>
                  </a:schemeClr>
                </a:solidFill>
              </a:defRPr>
            </a:lvl1pPr>
            <a:lvl5pPr marL="731520" indent="0">
              <a:buNone/>
              <a:defRPr sz="2000" b="1">
                <a:solidFill>
                  <a:schemeClr val="bg1">
                    <a:lumMod val="85000"/>
                  </a:schemeClr>
                </a:solidFill>
              </a:defRPr>
            </a:lvl5pPr>
          </a:lstStyle>
          <a:p>
            <a:pPr lvl="0"/>
            <a:r>
              <a:rPr lang="en-US"/>
              <a:t>Click to edit Heading</a:t>
            </a:r>
          </a:p>
        </p:txBody>
      </p:sp>
      <p:sp>
        <p:nvSpPr>
          <p:cNvPr id="14" name="Text Placeholder 13">
            <a:extLst>
              <a:ext uri="{FF2B5EF4-FFF2-40B4-BE49-F238E27FC236}">
                <a16:creationId xmlns:a16="http://schemas.microsoft.com/office/drawing/2014/main" id="{89F93DB4-F40B-1A40-8112-C7A6006F3B07}"/>
              </a:ext>
            </a:extLst>
          </p:cNvPr>
          <p:cNvSpPr>
            <a:spLocks noGrp="1"/>
          </p:cNvSpPr>
          <p:nvPr>
            <p:ph type="body" sz="quarter" idx="11" hasCustomPrompt="1"/>
          </p:nvPr>
        </p:nvSpPr>
        <p:spPr>
          <a:xfrm>
            <a:off x="419100" y="4787900"/>
            <a:ext cx="3060700" cy="393700"/>
          </a:xfrm>
        </p:spPr>
        <p:txBody>
          <a:bodyPr/>
          <a:lstStyle>
            <a:lvl1pPr marL="0" indent="0" algn="r">
              <a:buNone/>
              <a:defRPr i="1">
                <a:solidFill>
                  <a:schemeClr val="bg1">
                    <a:lumMod val="25000"/>
                    <a:lumOff val="75000"/>
                  </a:schemeClr>
                </a:solidFill>
              </a:defRPr>
            </a:lvl1pPr>
            <a:lvl2pPr marL="182880" indent="0" algn="r">
              <a:buNone/>
              <a:defRPr>
                <a:solidFill>
                  <a:schemeClr val="bg1">
                    <a:lumMod val="85000"/>
                  </a:schemeClr>
                </a:solidFill>
              </a:defRPr>
            </a:lvl2pPr>
            <a:lvl3pPr marL="365760" indent="0" algn="r">
              <a:buNone/>
              <a:defRPr>
                <a:solidFill>
                  <a:schemeClr val="bg1">
                    <a:lumMod val="85000"/>
                  </a:schemeClr>
                </a:solidFill>
              </a:defRPr>
            </a:lvl3pPr>
            <a:lvl4pPr marL="548640" indent="0" algn="r">
              <a:buNone/>
              <a:defRPr>
                <a:solidFill>
                  <a:schemeClr val="bg1">
                    <a:lumMod val="85000"/>
                  </a:schemeClr>
                </a:solidFill>
              </a:defRPr>
            </a:lvl4pPr>
            <a:lvl5pPr marL="731520" indent="0" algn="r">
              <a:buNone/>
              <a:defRPr>
                <a:solidFill>
                  <a:schemeClr val="bg1">
                    <a:lumMod val="85000"/>
                  </a:schemeClr>
                </a:solidFill>
              </a:defRPr>
            </a:lvl5pPr>
          </a:lstStyle>
          <a:p>
            <a:pPr lvl="0"/>
            <a:r>
              <a:rPr lang="en-US"/>
              <a:t>Click to edit date</a:t>
            </a:r>
          </a:p>
        </p:txBody>
      </p:sp>
    </p:spTree>
    <p:extLst>
      <p:ext uri="{BB962C8B-B14F-4D97-AF65-F5344CB8AC3E}">
        <p14:creationId xmlns:p14="http://schemas.microsoft.com/office/powerpoint/2010/main" val="10141937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pic>
        <p:nvPicPr>
          <p:cNvPr id="3" name="Picture Placeholder 4">
            <a:extLst>
              <a:ext uri="{FF2B5EF4-FFF2-40B4-BE49-F238E27FC236}">
                <a16:creationId xmlns:a16="http://schemas.microsoft.com/office/drawing/2014/main" id="{AA13313A-7A1A-ABDE-FA92-9F482E2BAA16}"/>
              </a:ext>
            </a:extLst>
          </p:cNvPr>
          <p:cNvPicPr>
            <a:picLocks noChangeAspect="1"/>
          </p:cNvPicPr>
          <p:nvPr userDrawn="1"/>
        </p:nvPicPr>
        <p:blipFill rotWithShape="1">
          <a:blip r:embed="rId2"/>
          <a:srcRect/>
          <a:stretch/>
        </p:blipFill>
        <p:spPr>
          <a:xfrm>
            <a:off x="0" y="0"/>
            <a:ext cx="12192002" cy="6858000"/>
          </a:xfrm>
          <a:prstGeom prst="rect">
            <a:avLst/>
          </a:prstGeom>
          <a:noFill/>
        </p:spPr>
      </p:pic>
      <p:sp>
        <p:nvSpPr>
          <p:cNvPr id="20" name="Freeform: Shape 19">
            <a:extLst>
              <a:ext uri="{FF2B5EF4-FFF2-40B4-BE49-F238E27FC236}">
                <a16:creationId xmlns:a16="http://schemas.microsoft.com/office/drawing/2014/main" id="{0A7F8C27-F025-F1FE-5007-D654D87DE71B}"/>
              </a:ext>
            </a:extLst>
          </p:cNvPr>
          <p:cNvSpPr/>
          <p:nvPr userDrawn="1"/>
        </p:nvSpPr>
        <p:spPr>
          <a:xfrm rot="2700000">
            <a:off x="-639190" y="-3306192"/>
            <a:ext cx="13470383" cy="13470384"/>
          </a:xfrm>
          <a:custGeom>
            <a:avLst/>
            <a:gdLst>
              <a:gd name="connsiteX0" fmla="*/ 7768937 w 13470383"/>
              <a:gd name="connsiteY0" fmla="*/ 8089556 h 13470384"/>
              <a:gd name="connsiteX1" fmla="*/ 7768938 w 13470383"/>
              <a:gd name="connsiteY1" fmla="*/ 8736134 h 13470384"/>
              <a:gd name="connsiteX2" fmla="*/ 8415516 w 13470383"/>
              <a:gd name="connsiteY2" fmla="*/ 8736134 h 13470384"/>
              <a:gd name="connsiteX3" fmla="*/ 8415516 w 13470383"/>
              <a:gd name="connsiteY3" fmla="*/ 8089556 h 13470384"/>
              <a:gd name="connsiteX4" fmla="*/ 7768937 w 13470383"/>
              <a:gd name="connsiteY4" fmla="*/ 8089556 h 13470384"/>
              <a:gd name="connsiteX5" fmla="*/ 6926505 w 13470383"/>
              <a:gd name="connsiteY5" fmla="*/ 6794048 h 13470384"/>
              <a:gd name="connsiteX6" fmla="*/ 6926505 w 13470383"/>
              <a:gd name="connsiteY6" fmla="*/ 7763916 h 13470384"/>
              <a:gd name="connsiteX7" fmla="*/ 7896373 w 13470383"/>
              <a:gd name="connsiteY7" fmla="*/ 7763916 h 13470384"/>
              <a:gd name="connsiteX8" fmla="*/ 7896373 w 13470383"/>
              <a:gd name="connsiteY8" fmla="*/ 6794048 h 13470384"/>
              <a:gd name="connsiteX9" fmla="*/ 6926505 w 13470383"/>
              <a:gd name="connsiteY9" fmla="*/ 6794048 h 13470384"/>
              <a:gd name="connsiteX10" fmla="*/ 9067533 w 13470383"/>
              <a:gd name="connsiteY10" fmla="*/ 1798016 h 13470384"/>
              <a:gd name="connsiteX11" fmla="*/ 9067533 w 13470383"/>
              <a:gd name="connsiteY11" fmla="*/ 2767884 h 13470384"/>
              <a:gd name="connsiteX12" fmla="*/ 10037400 w 13470383"/>
              <a:gd name="connsiteY12" fmla="*/ 2767884 h 13470384"/>
              <a:gd name="connsiteX13" fmla="*/ 10037401 w 13470383"/>
              <a:gd name="connsiteY13" fmla="*/ 1798017 h 13470384"/>
              <a:gd name="connsiteX14" fmla="*/ 9067533 w 13470383"/>
              <a:gd name="connsiteY14" fmla="*/ 1798016 h 13470384"/>
              <a:gd name="connsiteX15" fmla="*/ 8398356 w 13470383"/>
              <a:gd name="connsiteY15" fmla="*/ 668462 h 13470384"/>
              <a:gd name="connsiteX16" fmla="*/ 8398356 w 13470383"/>
              <a:gd name="connsiteY16" fmla="*/ 1315040 h 13470384"/>
              <a:gd name="connsiteX17" fmla="*/ 9044934 w 13470383"/>
              <a:gd name="connsiteY17" fmla="*/ 1315040 h 13470384"/>
              <a:gd name="connsiteX18" fmla="*/ 9044934 w 13470383"/>
              <a:gd name="connsiteY18" fmla="*/ 668462 h 13470384"/>
              <a:gd name="connsiteX19" fmla="*/ 8398356 w 13470383"/>
              <a:gd name="connsiteY19" fmla="*/ 668462 h 13470384"/>
              <a:gd name="connsiteX20" fmla="*/ 0 w 13470383"/>
              <a:gd name="connsiteY20" fmla="*/ 8621045 h 13470384"/>
              <a:gd name="connsiteX21" fmla="*/ 5105340 w 13470383"/>
              <a:gd name="connsiteY21" fmla="*/ 3515704 h 13470384"/>
              <a:gd name="connsiteX22" fmla="*/ 5105340 w 13470383"/>
              <a:gd name="connsiteY22" fmla="*/ 5941576 h 13470384"/>
              <a:gd name="connsiteX23" fmla="*/ 5589765 w 13470383"/>
              <a:gd name="connsiteY23" fmla="*/ 6426001 h 13470384"/>
              <a:gd name="connsiteX24" fmla="*/ 7527402 w 13470383"/>
              <a:gd name="connsiteY24" fmla="*/ 6426000 h 13470384"/>
              <a:gd name="connsiteX25" fmla="*/ 8011826 w 13470383"/>
              <a:gd name="connsiteY25" fmla="*/ 5941576 h 13470384"/>
              <a:gd name="connsiteX26" fmla="*/ 8011826 w 13470383"/>
              <a:gd name="connsiteY26" fmla="*/ 609218 h 13470384"/>
              <a:gd name="connsiteX27" fmla="*/ 8621045 w 13470383"/>
              <a:gd name="connsiteY27" fmla="*/ 0 h 13470384"/>
              <a:gd name="connsiteX28" fmla="*/ 13470383 w 13470383"/>
              <a:gd name="connsiteY28" fmla="*/ 4849338 h 13470384"/>
              <a:gd name="connsiteX29" fmla="*/ 11649681 w 13470383"/>
              <a:gd name="connsiteY29" fmla="*/ 6670040 h 13470384"/>
              <a:gd name="connsiteX30" fmla="*/ 11649681 w 13470383"/>
              <a:gd name="connsiteY30" fmla="*/ 3671133 h 13470384"/>
              <a:gd name="connsiteX31" fmla="*/ 11165257 w 13470383"/>
              <a:gd name="connsiteY31" fmla="*/ 3186709 h 13470384"/>
              <a:gd name="connsiteX32" fmla="*/ 9227619 w 13470383"/>
              <a:gd name="connsiteY32" fmla="*/ 3186709 h 13470384"/>
              <a:gd name="connsiteX33" fmla="*/ 8743195 w 13470383"/>
              <a:gd name="connsiteY33" fmla="*/ 3671133 h 13470384"/>
              <a:gd name="connsiteX34" fmla="*/ 8743195 w 13470383"/>
              <a:gd name="connsiteY34" fmla="*/ 9576526 h 13470384"/>
              <a:gd name="connsiteX35" fmla="*/ 4849338 w 13470383"/>
              <a:gd name="connsiteY35" fmla="*/ 13470384 h 13470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470383" h="13470384">
                <a:moveTo>
                  <a:pt x="7768937" y="8089556"/>
                </a:moveTo>
                <a:cubicBezTo>
                  <a:pt x="7590390" y="8268104"/>
                  <a:pt x="7590390" y="8557586"/>
                  <a:pt x="7768938" y="8736134"/>
                </a:cubicBezTo>
                <a:cubicBezTo>
                  <a:pt x="7947486" y="8914682"/>
                  <a:pt x="8236968" y="8914682"/>
                  <a:pt x="8415516" y="8736134"/>
                </a:cubicBezTo>
                <a:cubicBezTo>
                  <a:pt x="8594064" y="8557586"/>
                  <a:pt x="8594064" y="8268104"/>
                  <a:pt x="8415516" y="8089556"/>
                </a:cubicBezTo>
                <a:cubicBezTo>
                  <a:pt x="8236968" y="7911008"/>
                  <a:pt x="7947485" y="7911008"/>
                  <a:pt x="7768937" y="8089556"/>
                </a:cubicBezTo>
                <a:close/>
                <a:moveTo>
                  <a:pt x="6926505" y="6794048"/>
                </a:moveTo>
                <a:cubicBezTo>
                  <a:pt x="6658683" y="7061870"/>
                  <a:pt x="6658683" y="7496094"/>
                  <a:pt x="6926505" y="7763916"/>
                </a:cubicBezTo>
                <a:cubicBezTo>
                  <a:pt x="7194327" y="8031737"/>
                  <a:pt x="7628551" y="8031737"/>
                  <a:pt x="7896373" y="7763916"/>
                </a:cubicBezTo>
                <a:cubicBezTo>
                  <a:pt x="8164194" y="7496094"/>
                  <a:pt x="8164194" y="7061870"/>
                  <a:pt x="7896373" y="6794048"/>
                </a:cubicBezTo>
                <a:cubicBezTo>
                  <a:pt x="7628551" y="6526226"/>
                  <a:pt x="7194327" y="6526226"/>
                  <a:pt x="6926505" y="6794048"/>
                </a:cubicBezTo>
                <a:close/>
                <a:moveTo>
                  <a:pt x="9067533" y="1798016"/>
                </a:moveTo>
                <a:cubicBezTo>
                  <a:pt x="8799711" y="2065838"/>
                  <a:pt x="8799711" y="2500062"/>
                  <a:pt x="9067533" y="2767884"/>
                </a:cubicBezTo>
                <a:cubicBezTo>
                  <a:pt x="9335354" y="3035705"/>
                  <a:pt x="9769579" y="3035705"/>
                  <a:pt x="10037400" y="2767884"/>
                </a:cubicBezTo>
                <a:cubicBezTo>
                  <a:pt x="10305222" y="2500062"/>
                  <a:pt x="10305222" y="2065838"/>
                  <a:pt x="10037401" y="1798017"/>
                </a:cubicBezTo>
                <a:cubicBezTo>
                  <a:pt x="9769579" y="1530195"/>
                  <a:pt x="9335354" y="1530195"/>
                  <a:pt x="9067533" y="1798016"/>
                </a:cubicBezTo>
                <a:close/>
                <a:moveTo>
                  <a:pt x="8398356" y="668462"/>
                </a:moveTo>
                <a:cubicBezTo>
                  <a:pt x="8219808" y="847010"/>
                  <a:pt x="8219808" y="1136492"/>
                  <a:pt x="8398356" y="1315040"/>
                </a:cubicBezTo>
                <a:cubicBezTo>
                  <a:pt x="8576904" y="1493588"/>
                  <a:pt x="8866386" y="1493588"/>
                  <a:pt x="9044934" y="1315040"/>
                </a:cubicBezTo>
                <a:cubicBezTo>
                  <a:pt x="9223482" y="1136492"/>
                  <a:pt x="9223482" y="847010"/>
                  <a:pt x="9044934" y="668462"/>
                </a:cubicBezTo>
                <a:cubicBezTo>
                  <a:pt x="8866386" y="489914"/>
                  <a:pt x="8576904" y="489914"/>
                  <a:pt x="8398356" y="668462"/>
                </a:cubicBezTo>
                <a:close/>
                <a:moveTo>
                  <a:pt x="0" y="8621045"/>
                </a:moveTo>
                <a:lnTo>
                  <a:pt x="5105340" y="3515704"/>
                </a:lnTo>
                <a:lnTo>
                  <a:pt x="5105340" y="5941576"/>
                </a:lnTo>
                <a:cubicBezTo>
                  <a:pt x="5105340" y="6209116"/>
                  <a:pt x="5322224" y="6426001"/>
                  <a:pt x="5589765" y="6426001"/>
                </a:cubicBezTo>
                <a:lnTo>
                  <a:pt x="7527402" y="6426000"/>
                </a:lnTo>
                <a:cubicBezTo>
                  <a:pt x="7794943" y="6426000"/>
                  <a:pt x="8011826" y="6209116"/>
                  <a:pt x="8011826" y="5941576"/>
                </a:cubicBezTo>
                <a:lnTo>
                  <a:pt x="8011826" y="609218"/>
                </a:lnTo>
                <a:lnTo>
                  <a:pt x="8621045" y="0"/>
                </a:lnTo>
                <a:lnTo>
                  <a:pt x="13470383" y="4849338"/>
                </a:lnTo>
                <a:lnTo>
                  <a:pt x="11649681" y="6670040"/>
                </a:lnTo>
                <a:lnTo>
                  <a:pt x="11649681" y="3671133"/>
                </a:lnTo>
                <a:cubicBezTo>
                  <a:pt x="11649681" y="3403594"/>
                  <a:pt x="11432797" y="3186709"/>
                  <a:pt x="11165257" y="3186709"/>
                </a:cubicBezTo>
                <a:lnTo>
                  <a:pt x="9227619" y="3186709"/>
                </a:lnTo>
                <a:cubicBezTo>
                  <a:pt x="8960079" y="3186709"/>
                  <a:pt x="8743195" y="3403593"/>
                  <a:pt x="8743195" y="3671133"/>
                </a:cubicBezTo>
                <a:lnTo>
                  <a:pt x="8743195" y="9576526"/>
                </a:lnTo>
                <a:lnTo>
                  <a:pt x="4849338" y="13470384"/>
                </a:lnTo>
                <a:close/>
              </a:path>
            </a:pathLst>
          </a:custGeom>
          <a:solidFill>
            <a:schemeClr val="tx2">
              <a:lumMod val="50000"/>
            </a:schemeClr>
          </a:solidFill>
          <a:ln>
            <a:noFill/>
          </a:ln>
        </p:spPr>
        <p:style>
          <a:lnRef idx="0">
            <a:schemeClr val="accent1"/>
          </a:lnRef>
          <a:fillRef idx="1">
            <a:schemeClr val="accent1"/>
          </a:fillRef>
          <a:effectRef idx="0">
            <a:srgbClr val="000000"/>
          </a:effectRef>
          <a:fontRef idx="minor">
            <a:schemeClr val="bg1"/>
          </a:fontRef>
        </p:style>
        <p:txBody>
          <a:bodyPr wrap="square" rtlCol="0" anchor="ctr">
            <a:noAutofit/>
          </a:bodyPr>
          <a:lstStyle/>
          <a:p>
            <a:pPr algn="ctr">
              <a:lnSpc>
                <a:spcPct val="100000"/>
              </a:lnSpc>
            </a:pPr>
            <a:endParaRPr lang="en-US" sz="1800"/>
          </a:p>
        </p:txBody>
      </p:sp>
      <p:sp>
        <p:nvSpPr>
          <p:cNvPr id="5" name="UST" descr="UST">
            <a:extLst>
              <a:ext uri="{FF2B5EF4-FFF2-40B4-BE49-F238E27FC236}">
                <a16:creationId xmlns:a16="http://schemas.microsoft.com/office/drawing/2014/main" id="{C530EEB0-D46B-4E9D-8D5C-CAC3C9E7838A}"/>
              </a:ext>
            </a:extLst>
          </p:cNvPr>
          <p:cNvSpPr>
            <a:spLocks noChangeAspect="1" noEditPoints="1"/>
          </p:cNvSpPr>
          <p:nvPr userDrawn="1"/>
        </p:nvSpPr>
        <p:spPr bwMode="black">
          <a:xfrm>
            <a:off x="11236325" y="58324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9" name="Straight Connector 8">
            <a:extLst>
              <a:ext uri="{FF2B5EF4-FFF2-40B4-BE49-F238E27FC236}">
                <a16:creationId xmlns:a16="http://schemas.microsoft.com/office/drawing/2014/main" id="{D3AC9CFA-22D5-02D2-A48B-4BE88B3E406F}"/>
              </a:ext>
            </a:extLst>
          </p:cNvPr>
          <p:cNvCxnSpPr>
            <a:cxnSpLocks/>
          </p:cNvCxnSpPr>
          <p:nvPr userDrawn="1"/>
        </p:nvCxnSpPr>
        <p:spPr>
          <a:xfrm>
            <a:off x="1847691" y="1807964"/>
            <a:ext cx="2011680" cy="0"/>
          </a:xfrm>
          <a:prstGeom prst="line">
            <a:avLst/>
          </a:prstGeom>
          <a:ln>
            <a:headEnd type="oval" w="med" len="med"/>
            <a:tailEnd type="oval" w="med" len="med"/>
          </a:ln>
        </p:spPr>
        <p:style>
          <a:lnRef idx="1">
            <a:schemeClr val="accent5"/>
          </a:lnRef>
          <a:fillRef idx="0">
            <a:schemeClr val="accent5"/>
          </a:fillRef>
          <a:effectRef idx="0">
            <a:schemeClr val="accent5"/>
          </a:effectRef>
          <a:fontRef idx="minor">
            <a:schemeClr val="tx1"/>
          </a:fontRef>
        </p:style>
      </p:cxnSp>
      <p:sp>
        <p:nvSpPr>
          <p:cNvPr id="11" name="Picture Placeholder 10">
            <a:extLst>
              <a:ext uri="{FF2B5EF4-FFF2-40B4-BE49-F238E27FC236}">
                <a16:creationId xmlns:a16="http://schemas.microsoft.com/office/drawing/2014/main" id="{B2EF1952-0AB9-055F-7976-4868338F4E8B}"/>
              </a:ext>
            </a:extLst>
          </p:cNvPr>
          <p:cNvSpPr>
            <a:spLocks noGrp="1"/>
          </p:cNvSpPr>
          <p:nvPr>
            <p:ph type="pic" sz="quarter" idx="10"/>
          </p:nvPr>
        </p:nvSpPr>
        <p:spPr>
          <a:xfrm>
            <a:off x="2138362" y="420290"/>
            <a:ext cx="1430338" cy="1166813"/>
          </a:xfrm>
        </p:spPr>
        <p:txBody>
          <a:bodyPr/>
          <a:lstStyle/>
          <a:p>
            <a:endParaRPr lang="en-US"/>
          </a:p>
        </p:txBody>
      </p:sp>
      <p:sp>
        <p:nvSpPr>
          <p:cNvPr id="13" name="Text Placeholder 12">
            <a:extLst>
              <a:ext uri="{FF2B5EF4-FFF2-40B4-BE49-F238E27FC236}">
                <a16:creationId xmlns:a16="http://schemas.microsoft.com/office/drawing/2014/main" id="{5AFBC6DD-0652-707E-F951-7DBE3B6A4CFF}"/>
              </a:ext>
            </a:extLst>
          </p:cNvPr>
          <p:cNvSpPr>
            <a:spLocks noGrp="1"/>
          </p:cNvSpPr>
          <p:nvPr>
            <p:ph type="body" sz="quarter" idx="11" hasCustomPrompt="1"/>
          </p:nvPr>
        </p:nvSpPr>
        <p:spPr>
          <a:xfrm>
            <a:off x="546100" y="2028825"/>
            <a:ext cx="4614863" cy="2943225"/>
          </a:xfrm>
        </p:spPr>
        <p:txBody>
          <a:bodyPr anchor="ctr">
            <a:normAutofit/>
          </a:bodyPr>
          <a:lstStyle>
            <a:lvl1pPr marL="0" indent="0" algn="ctr">
              <a:buNone/>
              <a:defRPr sz="2000" b="1">
                <a:solidFill>
                  <a:schemeClr val="bg1"/>
                </a:solidFill>
              </a:defRPr>
            </a:lvl1pPr>
            <a:lvl2pPr>
              <a:defRPr sz="2000" b="1">
                <a:solidFill>
                  <a:schemeClr val="bg1"/>
                </a:solidFill>
              </a:defRPr>
            </a:lvl2pPr>
            <a:lvl3pPr>
              <a:defRPr sz="2000" b="1">
                <a:solidFill>
                  <a:schemeClr val="bg1"/>
                </a:solidFill>
              </a:defRPr>
            </a:lvl3pPr>
            <a:lvl4pPr>
              <a:defRPr sz="2000" b="1">
                <a:solidFill>
                  <a:schemeClr val="bg1"/>
                </a:solidFill>
              </a:defRPr>
            </a:lvl4pPr>
            <a:lvl5pPr>
              <a:defRPr sz="2000" b="1">
                <a:solidFill>
                  <a:schemeClr val="bg1"/>
                </a:solidFill>
              </a:defRPr>
            </a:lvl5pPr>
          </a:lstStyle>
          <a:p>
            <a:pPr lvl="0"/>
            <a:r>
              <a:rPr lang="en-US"/>
              <a:t>&lt;Slide Heading&gt;</a:t>
            </a:r>
          </a:p>
        </p:txBody>
      </p:sp>
      <p:sp>
        <p:nvSpPr>
          <p:cNvPr id="15" name="Text Placeholder 14">
            <a:extLst>
              <a:ext uri="{FF2B5EF4-FFF2-40B4-BE49-F238E27FC236}">
                <a16:creationId xmlns:a16="http://schemas.microsoft.com/office/drawing/2014/main" id="{A4F0D2DC-72ED-F88B-576A-94A725AD4BD4}"/>
              </a:ext>
            </a:extLst>
          </p:cNvPr>
          <p:cNvSpPr>
            <a:spLocks noGrp="1"/>
          </p:cNvSpPr>
          <p:nvPr>
            <p:ph type="body" sz="quarter" idx="12" hasCustomPrompt="1"/>
          </p:nvPr>
        </p:nvSpPr>
        <p:spPr>
          <a:xfrm>
            <a:off x="1355725" y="5832475"/>
            <a:ext cx="3805238" cy="809625"/>
          </a:xfrm>
        </p:spPr>
        <p:txBody>
          <a:bodyPr>
            <a:noAutofit/>
          </a:bodyPr>
          <a:lstStyle>
            <a:lvl1pPr marL="0" indent="0" algn="r">
              <a:buNone/>
              <a:defRPr sz="1400" b="0" i="1">
                <a:solidFill>
                  <a:schemeClr val="bg1">
                    <a:lumMod val="95000"/>
                  </a:schemeClr>
                </a:solidFill>
              </a:defRPr>
            </a:lvl1pPr>
            <a:lvl2pPr algn="r">
              <a:defRPr sz="1400" b="0" i="1">
                <a:solidFill>
                  <a:schemeClr val="bg1">
                    <a:lumMod val="95000"/>
                  </a:schemeClr>
                </a:solidFill>
              </a:defRPr>
            </a:lvl2pPr>
            <a:lvl3pPr algn="r">
              <a:defRPr sz="1400" b="0" i="1">
                <a:solidFill>
                  <a:schemeClr val="bg1">
                    <a:lumMod val="95000"/>
                  </a:schemeClr>
                </a:solidFill>
              </a:defRPr>
            </a:lvl3pPr>
            <a:lvl4pPr algn="r">
              <a:defRPr sz="1400" b="0" i="1">
                <a:solidFill>
                  <a:schemeClr val="bg1">
                    <a:lumMod val="95000"/>
                  </a:schemeClr>
                </a:solidFill>
              </a:defRPr>
            </a:lvl4pPr>
            <a:lvl5pPr algn="r">
              <a:defRPr sz="1400" b="0" i="1">
                <a:solidFill>
                  <a:schemeClr val="bg1">
                    <a:lumMod val="95000"/>
                  </a:schemeClr>
                </a:solidFill>
              </a:defRPr>
            </a:lvl5pPr>
          </a:lstStyle>
          <a:p>
            <a:pPr lvl="0"/>
            <a:r>
              <a:rPr lang="en-US"/>
              <a:t>&lt;Date&gt;</a:t>
            </a:r>
          </a:p>
        </p:txBody>
      </p:sp>
    </p:spTree>
    <p:extLst>
      <p:ext uri="{BB962C8B-B14F-4D97-AF65-F5344CB8AC3E}">
        <p14:creationId xmlns:p14="http://schemas.microsoft.com/office/powerpoint/2010/main" val="2195658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repeatCount="indefinite" accel="25000" decel="25000" autoRev="1" fill="hold" nodeType="withEffect">
                                  <p:stCondLst>
                                    <p:cond delay="0"/>
                                  </p:stCondLst>
                                  <p:childTnLst>
                                    <p:animMotion origin="layout" path="M -3.33333E-6 0 L 0.13334 0 " pathEditMode="fixed" rAng="0" ptsTypes="AA">
                                      <p:cBhvr>
                                        <p:cTn id="6" dur="10000" fill="hold"/>
                                        <p:tgtEl>
                                          <p:spTgt spid="3"/>
                                        </p:tgtEl>
                                        <p:attrNameLst>
                                          <p:attrName>ppt_x</p:attrName>
                                          <p:attrName>ppt_y</p:attrName>
                                        </p:attrNameLst>
                                      </p:cBhvr>
                                      <p:rCtr x="666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E8B3B-50AC-B54D-BAEA-ECA35ADBBD59}"/>
              </a:ext>
            </a:extLst>
          </p:cNvPr>
          <p:cNvSpPr>
            <a:spLocks noGrp="1"/>
          </p:cNvSpPr>
          <p:nvPr>
            <p:ph type="title" hasCustomPrompt="1"/>
          </p:nvPr>
        </p:nvSpPr>
        <p:spPr/>
        <p:txBody>
          <a:bodyPr/>
          <a:lstStyle>
            <a:lvl1pPr>
              <a:defRPr/>
            </a:lvl1pPr>
          </a:lstStyle>
          <a:p>
            <a:r>
              <a:rPr lang="en-US"/>
              <a:t>[Slide title]</a:t>
            </a:r>
          </a:p>
        </p:txBody>
      </p:sp>
      <p:sp>
        <p:nvSpPr>
          <p:cNvPr id="18" name="Rectangle: Rounded Corners 17">
            <a:extLst>
              <a:ext uri="{FF2B5EF4-FFF2-40B4-BE49-F238E27FC236}">
                <a16:creationId xmlns:a16="http://schemas.microsoft.com/office/drawing/2014/main" id="{26A7CF5B-3E01-D630-D990-AACB298B9FA3}"/>
              </a:ext>
            </a:extLst>
          </p:cNvPr>
          <p:cNvSpPr/>
          <p:nvPr userDrawn="1"/>
        </p:nvSpPr>
        <p:spPr>
          <a:xfrm>
            <a:off x="4821382" y="993913"/>
            <a:ext cx="6899563" cy="4338114"/>
          </a:xfrm>
          <a:prstGeom prst="roundRect">
            <a:avLst>
              <a:gd name="adj" fmla="val 4546"/>
            </a:avLst>
          </a:prstGeom>
          <a:solidFill>
            <a:srgbClr val="006E74"/>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t"/>
          <a:lstStyle/>
          <a:p>
            <a:pPr marR="0" lvl="0" indent="0" algn="ctr" fontAlgn="auto">
              <a:lnSpc>
                <a:spcPct val="100000"/>
              </a:lnSpc>
              <a:spcBef>
                <a:spcPts val="0"/>
              </a:spcBef>
              <a:spcAft>
                <a:spcPts val="0"/>
              </a:spcAft>
              <a:buClrTx/>
              <a:buSzTx/>
              <a:buFontTx/>
              <a:buNone/>
              <a:tabLst/>
            </a:pPr>
            <a:r>
              <a:rPr kumimoji="0" lang="en-US" sz="1600" b="1" i="0" u="none" strike="noStrike" cap="none" spc="0" normalizeH="0" baseline="0" noProof="0">
                <a:ln>
                  <a:noFill/>
                </a:ln>
                <a:solidFill>
                  <a:srgbClr val="FFC000"/>
                </a:solidFill>
                <a:effectLst/>
                <a:uLnTx/>
                <a:uFillTx/>
                <a:latin typeface="Arial"/>
              </a:rPr>
              <a:t>Project POC</a:t>
            </a:r>
          </a:p>
        </p:txBody>
      </p:sp>
      <p:sp>
        <p:nvSpPr>
          <p:cNvPr id="20" name="Rectangle: Rounded Corners 19">
            <a:extLst>
              <a:ext uri="{FF2B5EF4-FFF2-40B4-BE49-F238E27FC236}">
                <a16:creationId xmlns:a16="http://schemas.microsoft.com/office/drawing/2014/main" id="{1D9CBF92-9932-F9E3-D1B7-31213CD03B94}"/>
              </a:ext>
            </a:extLst>
          </p:cNvPr>
          <p:cNvSpPr/>
          <p:nvPr userDrawn="1"/>
        </p:nvSpPr>
        <p:spPr>
          <a:xfrm>
            <a:off x="5011386" y="1388813"/>
            <a:ext cx="6472052" cy="1828800"/>
          </a:xfrm>
          <a:prstGeom prst="roundRect">
            <a:avLst>
              <a:gd name="adj" fmla="val 8120"/>
            </a:avLst>
          </a:prstGeom>
          <a:solidFill>
            <a:srgbClr val="DBD3BD"/>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21" name="Rectangle: Rounded Corners 20">
            <a:extLst>
              <a:ext uri="{FF2B5EF4-FFF2-40B4-BE49-F238E27FC236}">
                <a16:creationId xmlns:a16="http://schemas.microsoft.com/office/drawing/2014/main" id="{D47EF694-9204-E835-4EF9-BDB2E6ACEFEB}"/>
              </a:ext>
            </a:extLst>
          </p:cNvPr>
          <p:cNvSpPr/>
          <p:nvPr userDrawn="1"/>
        </p:nvSpPr>
        <p:spPr>
          <a:xfrm>
            <a:off x="5011385" y="3309649"/>
            <a:ext cx="6472049" cy="1828800"/>
          </a:xfrm>
          <a:prstGeom prst="roundRect">
            <a:avLst>
              <a:gd name="adj" fmla="val 8120"/>
            </a:avLst>
          </a:prstGeom>
          <a:solidFill>
            <a:srgbClr val="DBD3BD"/>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BA9A7B77-AEFC-BE87-884A-111D0A17779B}"/>
              </a:ext>
            </a:extLst>
          </p:cNvPr>
          <p:cNvCxnSpPr>
            <a:cxnSpLocks/>
          </p:cNvCxnSpPr>
          <p:nvPr userDrawn="1"/>
        </p:nvCxnSpPr>
        <p:spPr>
          <a:xfrm>
            <a:off x="6757060" y="1525973"/>
            <a:ext cx="0" cy="1554480"/>
          </a:xfrm>
          <a:prstGeom prst="line">
            <a:avLst/>
          </a:prstGeom>
          <a:ln>
            <a:headEnd type="oval"/>
            <a:tailEnd type="oval"/>
          </a:ln>
        </p:spPr>
        <p:style>
          <a:lnRef idx="1">
            <a:schemeClr val="accent5"/>
          </a:lnRef>
          <a:fillRef idx="0">
            <a:schemeClr val="accent5"/>
          </a:fillRef>
          <a:effectRef idx="0">
            <a:schemeClr val="accent5"/>
          </a:effectRef>
          <a:fontRef idx="minor">
            <a:schemeClr val="tx1"/>
          </a:fontRef>
        </p:style>
      </p:cxnSp>
      <p:pic>
        <p:nvPicPr>
          <p:cNvPr id="24" name="Picture 23" descr="A black background with letters&#10;&#10;Description automatically generated">
            <a:extLst>
              <a:ext uri="{FF2B5EF4-FFF2-40B4-BE49-F238E27FC236}">
                <a16:creationId xmlns:a16="http://schemas.microsoft.com/office/drawing/2014/main" id="{E1FE7234-FF57-A077-E89B-110FBA45A967}"/>
              </a:ext>
            </a:extLst>
          </p:cNvPr>
          <p:cNvPicPr>
            <a:picLocks noChangeAspect="1"/>
          </p:cNvPicPr>
          <p:nvPr userDrawn="1"/>
        </p:nvPicPr>
        <p:blipFill>
          <a:blip r:embed="rId2"/>
          <a:stretch>
            <a:fillRect/>
          </a:stretch>
        </p:blipFill>
        <p:spPr>
          <a:xfrm>
            <a:off x="5448926" y="3796883"/>
            <a:ext cx="774431" cy="854332"/>
          </a:xfrm>
          <a:prstGeom prst="rect">
            <a:avLst/>
          </a:prstGeom>
        </p:spPr>
      </p:pic>
      <p:cxnSp>
        <p:nvCxnSpPr>
          <p:cNvPr id="25" name="Straight Connector 24">
            <a:extLst>
              <a:ext uri="{FF2B5EF4-FFF2-40B4-BE49-F238E27FC236}">
                <a16:creationId xmlns:a16="http://schemas.microsoft.com/office/drawing/2014/main" id="{042640B4-20B9-E609-EA9D-9BD7DA15D9DA}"/>
              </a:ext>
            </a:extLst>
          </p:cNvPr>
          <p:cNvCxnSpPr>
            <a:cxnSpLocks/>
          </p:cNvCxnSpPr>
          <p:nvPr userDrawn="1"/>
        </p:nvCxnSpPr>
        <p:spPr>
          <a:xfrm>
            <a:off x="6745332" y="3446809"/>
            <a:ext cx="0" cy="1554480"/>
          </a:xfrm>
          <a:prstGeom prst="line">
            <a:avLst/>
          </a:prstGeom>
          <a:ln>
            <a:headEnd type="oval"/>
            <a:tailEnd type="oval"/>
          </a:ln>
        </p:spPr>
        <p:style>
          <a:lnRef idx="1">
            <a:schemeClr val="accent5"/>
          </a:lnRef>
          <a:fillRef idx="0">
            <a:schemeClr val="accent5"/>
          </a:fillRef>
          <a:effectRef idx="0">
            <a:schemeClr val="accent5"/>
          </a:effectRef>
          <a:fontRef idx="minor">
            <a:schemeClr val="tx1"/>
          </a:fontRef>
        </p:style>
      </p:cxnSp>
      <p:sp>
        <p:nvSpPr>
          <p:cNvPr id="3" name="Rectangle: Rounded Corners 2">
            <a:extLst>
              <a:ext uri="{FF2B5EF4-FFF2-40B4-BE49-F238E27FC236}">
                <a16:creationId xmlns:a16="http://schemas.microsoft.com/office/drawing/2014/main" id="{12A43280-B0D3-6CA2-42C7-379ABAFE91B3}"/>
              </a:ext>
            </a:extLst>
          </p:cNvPr>
          <p:cNvSpPr/>
          <p:nvPr userDrawn="1"/>
        </p:nvSpPr>
        <p:spPr>
          <a:xfrm>
            <a:off x="475013" y="993913"/>
            <a:ext cx="4239491" cy="5218044"/>
          </a:xfrm>
          <a:prstGeom prst="roundRect">
            <a:avLst>
              <a:gd name="adj" fmla="val 4062"/>
            </a:avLst>
          </a:prstGeom>
          <a:solidFill>
            <a:schemeClr val="tx1">
              <a:lumMod val="10000"/>
              <a:lumOff val="9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4" name="Rectangle: Rounded Corners 3">
            <a:extLst>
              <a:ext uri="{FF2B5EF4-FFF2-40B4-BE49-F238E27FC236}">
                <a16:creationId xmlns:a16="http://schemas.microsoft.com/office/drawing/2014/main" id="{9C712E9D-9F55-4FD2-2966-2DA56A7BACE4}"/>
              </a:ext>
            </a:extLst>
          </p:cNvPr>
          <p:cNvSpPr/>
          <p:nvPr userDrawn="1"/>
        </p:nvSpPr>
        <p:spPr>
          <a:xfrm>
            <a:off x="930234" y="1137258"/>
            <a:ext cx="3579294" cy="914400"/>
          </a:xfrm>
          <a:prstGeom prst="roundRect">
            <a:avLst>
              <a:gd name="adj" fmla="val 9524"/>
            </a:avLst>
          </a:prstGeom>
          <a:solidFill>
            <a:srgbClr val="006E74"/>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C000"/>
                </a:solidFill>
                <a:effectLst/>
                <a:uLnTx/>
                <a:uFillTx/>
                <a:latin typeface="Arial"/>
                <a:ea typeface="+mn-ea"/>
                <a:cs typeface="+mn-cs"/>
              </a:rPr>
              <a:t>Project Name</a:t>
            </a:r>
          </a:p>
        </p:txBody>
      </p:sp>
      <p:sp>
        <p:nvSpPr>
          <p:cNvPr id="5" name="Rectangle: Rounded Corners 4">
            <a:extLst>
              <a:ext uri="{FF2B5EF4-FFF2-40B4-BE49-F238E27FC236}">
                <a16:creationId xmlns:a16="http://schemas.microsoft.com/office/drawing/2014/main" id="{AE41A8B6-6B9E-3CA1-1D6D-91F90855F307}"/>
              </a:ext>
            </a:extLst>
          </p:cNvPr>
          <p:cNvSpPr/>
          <p:nvPr userDrawn="1"/>
        </p:nvSpPr>
        <p:spPr>
          <a:xfrm>
            <a:off x="930234" y="2136243"/>
            <a:ext cx="3579294" cy="914400"/>
          </a:xfrm>
          <a:prstGeom prst="roundRect">
            <a:avLst>
              <a:gd name="adj" fmla="val 9524"/>
            </a:avLst>
          </a:prstGeom>
          <a:solidFill>
            <a:srgbClr val="006E74"/>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t"/>
          <a:lstStyle/>
          <a:p>
            <a:pPr marR="0" lvl="0" indent="0" algn="ctr" fontAlgn="auto">
              <a:lnSpc>
                <a:spcPct val="100000"/>
              </a:lnSpc>
              <a:spcBef>
                <a:spcPts val="0"/>
              </a:spcBef>
              <a:spcAft>
                <a:spcPts val="0"/>
              </a:spcAft>
              <a:buClrTx/>
              <a:buSzTx/>
              <a:buFontTx/>
              <a:buNone/>
              <a:tabLst/>
            </a:pPr>
            <a:r>
              <a:rPr kumimoji="0" lang="en-US" sz="1600" b="1" i="0" u="none" strike="noStrike" cap="none" spc="0" normalizeH="0" baseline="0" noProof="0">
                <a:ln>
                  <a:noFill/>
                </a:ln>
                <a:solidFill>
                  <a:srgbClr val="FFC000"/>
                </a:solidFill>
                <a:effectLst/>
                <a:uLnTx/>
                <a:uFillTx/>
                <a:latin typeface="Arial"/>
              </a:rPr>
              <a:t>Start Date</a:t>
            </a:r>
          </a:p>
        </p:txBody>
      </p:sp>
      <p:sp>
        <p:nvSpPr>
          <p:cNvPr id="6" name="Rectangle: Rounded Corners 5">
            <a:extLst>
              <a:ext uri="{FF2B5EF4-FFF2-40B4-BE49-F238E27FC236}">
                <a16:creationId xmlns:a16="http://schemas.microsoft.com/office/drawing/2014/main" id="{417255FA-748D-4B31-BB13-C95EC0D1BFA2}"/>
              </a:ext>
            </a:extLst>
          </p:cNvPr>
          <p:cNvSpPr/>
          <p:nvPr userDrawn="1"/>
        </p:nvSpPr>
        <p:spPr>
          <a:xfrm>
            <a:off x="930234" y="3135228"/>
            <a:ext cx="3579294" cy="914400"/>
          </a:xfrm>
          <a:prstGeom prst="roundRect">
            <a:avLst>
              <a:gd name="adj" fmla="val 9524"/>
            </a:avLst>
          </a:prstGeom>
          <a:solidFill>
            <a:srgbClr val="006E74"/>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t"/>
          <a:lstStyle/>
          <a:p>
            <a:pPr marR="0" lvl="0" indent="0" algn="ctr" fontAlgn="auto">
              <a:lnSpc>
                <a:spcPct val="100000"/>
              </a:lnSpc>
              <a:spcBef>
                <a:spcPts val="0"/>
              </a:spcBef>
              <a:spcAft>
                <a:spcPts val="0"/>
              </a:spcAft>
              <a:buClrTx/>
              <a:buSzTx/>
              <a:buFontTx/>
              <a:buNone/>
              <a:tabLst/>
            </a:pPr>
            <a:r>
              <a:rPr kumimoji="0" lang="en-US" sz="1600" b="1" i="0" u="none" strike="noStrike" cap="none" spc="0" normalizeH="0" baseline="0" noProof="0">
                <a:ln>
                  <a:noFill/>
                </a:ln>
                <a:solidFill>
                  <a:srgbClr val="FFC000"/>
                </a:solidFill>
                <a:effectLst/>
                <a:uLnTx/>
                <a:uFillTx/>
                <a:latin typeface="Arial"/>
              </a:rPr>
              <a:t>Project Duration</a:t>
            </a:r>
          </a:p>
        </p:txBody>
      </p:sp>
      <p:grpSp>
        <p:nvGrpSpPr>
          <p:cNvPr id="39" name="Group 38">
            <a:extLst>
              <a:ext uri="{FF2B5EF4-FFF2-40B4-BE49-F238E27FC236}">
                <a16:creationId xmlns:a16="http://schemas.microsoft.com/office/drawing/2014/main" id="{C1023AE3-7C9A-F15F-8DD0-C9665EADB273}"/>
              </a:ext>
            </a:extLst>
          </p:cNvPr>
          <p:cNvGrpSpPr/>
          <p:nvPr userDrawn="1"/>
        </p:nvGrpSpPr>
        <p:grpSpPr>
          <a:xfrm>
            <a:off x="617517" y="1339139"/>
            <a:ext cx="510639" cy="510639"/>
            <a:chOff x="617517" y="1876302"/>
            <a:chExt cx="510639" cy="510639"/>
          </a:xfrm>
        </p:grpSpPr>
        <p:sp>
          <p:nvSpPr>
            <p:cNvPr id="7" name="Rectangle: Rounded Corners 6">
              <a:extLst>
                <a:ext uri="{FF2B5EF4-FFF2-40B4-BE49-F238E27FC236}">
                  <a16:creationId xmlns:a16="http://schemas.microsoft.com/office/drawing/2014/main" id="{4D283335-7F47-AC2F-E64E-5EF7F590B5D9}"/>
                </a:ext>
              </a:extLst>
            </p:cNvPr>
            <p:cNvSpPr/>
            <p:nvPr userDrawn="1"/>
          </p:nvSpPr>
          <p:spPr>
            <a:xfrm>
              <a:off x="617517" y="1876302"/>
              <a:ext cx="510639" cy="510639"/>
            </a:xfrm>
            <a:prstGeom prst="roundRect">
              <a:avLst/>
            </a:prstGeom>
            <a:solidFill>
              <a:schemeClr val="bg2">
                <a:lumMod val="9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10" name="Picture 2" descr="Project management - Free technology icons">
              <a:extLst>
                <a:ext uri="{FF2B5EF4-FFF2-40B4-BE49-F238E27FC236}">
                  <a16:creationId xmlns:a16="http://schemas.microsoft.com/office/drawing/2014/main" id="{0BC0E749-D702-A27D-0881-380305F441D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65018" y="1923803"/>
              <a:ext cx="415636" cy="41563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1" name="Group 40">
            <a:extLst>
              <a:ext uri="{FF2B5EF4-FFF2-40B4-BE49-F238E27FC236}">
                <a16:creationId xmlns:a16="http://schemas.microsoft.com/office/drawing/2014/main" id="{4DB37985-842C-1524-A243-950B806F9E89}"/>
              </a:ext>
            </a:extLst>
          </p:cNvPr>
          <p:cNvGrpSpPr/>
          <p:nvPr userDrawn="1"/>
        </p:nvGrpSpPr>
        <p:grpSpPr>
          <a:xfrm>
            <a:off x="617517" y="3337109"/>
            <a:ext cx="510639" cy="510639"/>
            <a:chOff x="625433" y="4746172"/>
            <a:chExt cx="510639" cy="510639"/>
          </a:xfrm>
        </p:grpSpPr>
        <p:sp>
          <p:nvSpPr>
            <p:cNvPr id="9" name="Rectangle: Rounded Corners 8">
              <a:extLst>
                <a:ext uri="{FF2B5EF4-FFF2-40B4-BE49-F238E27FC236}">
                  <a16:creationId xmlns:a16="http://schemas.microsoft.com/office/drawing/2014/main" id="{AD433DEF-82A4-E97E-6A55-61C17CFE92AD}"/>
                </a:ext>
              </a:extLst>
            </p:cNvPr>
            <p:cNvSpPr/>
            <p:nvPr userDrawn="1"/>
          </p:nvSpPr>
          <p:spPr>
            <a:xfrm>
              <a:off x="625433" y="4746172"/>
              <a:ext cx="510639" cy="510639"/>
            </a:xfrm>
            <a:prstGeom prst="roundRect">
              <a:avLst/>
            </a:prstGeom>
            <a:solidFill>
              <a:schemeClr val="bg2">
                <a:lumMod val="9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17" name="Picture 8" descr="Time management - Free time and date icons">
              <a:extLst>
                <a:ext uri="{FF2B5EF4-FFF2-40B4-BE49-F238E27FC236}">
                  <a16:creationId xmlns:a16="http://schemas.microsoft.com/office/drawing/2014/main" id="{4CD7221F-C568-105D-0181-94111910D64F}"/>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90747" y="4811486"/>
              <a:ext cx="380011" cy="38001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4" name="Group 53">
            <a:extLst>
              <a:ext uri="{FF2B5EF4-FFF2-40B4-BE49-F238E27FC236}">
                <a16:creationId xmlns:a16="http://schemas.microsoft.com/office/drawing/2014/main" id="{7900E388-5CFF-7F43-FE89-FF700E56685A}"/>
              </a:ext>
            </a:extLst>
          </p:cNvPr>
          <p:cNvGrpSpPr/>
          <p:nvPr userDrawn="1"/>
        </p:nvGrpSpPr>
        <p:grpSpPr>
          <a:xfrm>
            <a:off x="617517" y="2338124"/>
            <a:ext cx="510639" cy="510639"/>
            <a:chOff x="617517" y="2635506"/>
            <a:chExt cx="510639" cy="510639"/>
          </a:xfrm>
        </p:grpSpPr>
        <p:sp>
          <p:nvSpPr>
            <p:cNvPr id="8" name="Rectangle: Rounded Corners 7">
              <a:extLst>
                <a:ext uri="{FF2B5EF4-FFF2-40B4-BE49-F238E27FC236}">
                  <a16:creationId xmlns:a16="http://schemas.microsoft.com/office/drawing/2014/main" id="{CABDB60A-F3F5-8766-F733-8D1841A49EBC}"/>
                </a:ext>
              </a:extLst>
            </p:cNvPr>
            <p:cNvSpPr/>
            <p:nvPr userDrawn="1"/>
          </p:nvSpPr>
          <p:spPr>
            <a:xfrm>
              <a:off x="617517" y="2635506"/>
              <a:ext cx="510639" cy="510639"/>
            </a:xfrm>
            <a:prstGeom prst="roundRect">
              <a:avLst/>
            </a:prstGeom>
            <a:solidFill>
              <a:schemeClr val="bg2">
                <a:lumMod val="9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28" name="Picture 6" descr="Release Date Icons - Free SVG &amp; PNG Release Date Images - Noun Project">
              <a:extLst>
                <a:ext uri="{FF2B5EF4-FFF2-40B4-BE49-F238E27FC236}">
                  <a16:creationId xmlns:a16="http://schemas.microsoft.com/office/drawing/2014/main" id="{2A2EF99E-4C19-574F-F0F1-9D1AE665122B}"/>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69719" y="2677812"/>
              <a:ext cx="426027" cy="426027"/>
            </a:xfrm>
            <a:prstGeom prst="rect">
              <a:avLst/>
            </a:prstGeom>
            <a:noFill/>
            <a:extLst>
              <a:ext uri="{909E8E84-426E-40DD-AFC4-6F175D3DCCD1}">
                <a14:hiddenFill xmlns:a14="http://schemas.microsoft.com/office/drawing/2010/main">
                  <a:solidFill>
                    <a:srgbClr val="FFFFFF"/>
                  </a:solidFill>
                </a14:hiddenFill>
              </a:ext>
            </a:extLst>
          </p:spPr>
        </p:pic>
      </p:grpSp>
      <p:sp>
        <p:nvSpPr>
          <p:cNvPr id="30" name="Text Placeholder 29">
            <a:extLst>
              <a:ext uri="{FF2B5EF4-FFF2-40B4-BE49-F238E27FC236}">
                <a16:creationId xmlns:a16="http://schemas.microsoft.com/office/drawing/2014/main" id="{A9C040DE-51F1-5FF2-22BF-6D749EB565F4}"/>
              </a:ext>
            </a:extLst>
          </p:cNvPr>
          <p:cNvSpPr>
            <a:spLocks noGrp="1"/>
          </p:cNvSpPr>
          <p:nvPr userDrawn="1">
            <p:ph type="body" sz="quarter" idx="10" hasCustomPrompt="1"/>
          </p:nvPr>
        </p:nvSpPr>
        <p:spPr>
          <a:xfrm>
            <a:off x="1231241" y="1560308"/>
            <a:ext cx="3017520" cy="328613"/>
          </a:xfrm>
        </p:spPr>
        <p:txBody>
          <a:bodyPr anchor="ctr">
            <a:normAutofit/>
          </a:bodyPr>
          <a:lstStyle>
            <a:lvl1pPr marL="0" indent="0" algn="ctr">
              <a:buNone/>
              <a:defRPr sz="1200" b="1">
                <a:solidFill>
                  <a:schemeClr val="bg1"/>
                </a:solidFill>
              </a:defRPr>
            </a:lvl1pPr>
          </a:lstStyle>
          <a:p>
            <a:pPr lvl="0"/>
            <a:r>
              <a:rPr lang="en-US"/>
              <a:t>&lt;Project Name&gt;</a:t>
            </a:r>
          </a:p>
        </p:txBody>
      </p:sp>
      <p:sp>
        <p:nvSpPr>
          <p:cNvPr id="31" name="Text Placeholder 29">
            <a:extLst>
              <a:ext uri="{FF2B5EF4-FFF2-40B4-BE49-F238E27FC236}">
                <a16:creationId xmlns:a16="http://schemas.microsoft.com/office/drawing/2014/main" id="{9A6C96AE-DF26-292D-7563-0092A1998C73}"/>
              </a:ext>
            </a:extLst>
          </p:cNvPr>
          <p:cNvSpPr>
            <a:spLocks noGrp="1"/>
          </p:cNvSpPr>
          <p:nvPr userDrawn="1">
            <p:ph type="body" sz="quarter" idx="11" hasCustomPrompt="1"/>
          </p:nvPr>
        </p:nvSpPr>
        <p:spPr>
          <a:xfrm>
            <a:off x="1231241" y="2514447"/>
            <a:ext cx="3017520" cy="328613"/>
          </a:xfrm>
        </p:spPr>
        <p:txBody>
          <a:bodyPr anchor="ctr">
            <a:normAutofit/>
          </a:bodyPr>
          <a:lstStyle>
            <a:lvl1pPr marL="0" indent="0" algn="ctr">
              <a:buNone/>
              <a:defRPr sz="1200" b="1">
                <a:solidFill>
                  <a:schemeClr val="bg1"/>
                </a:solidFill>
              </a:defRPr>
            </a:lvl1pPr>
          </a:lstStyle>
          <a:p>
            <a:pPr lvl="0"/>
            <a:r>
              <a:rPr lang="en-US"/>
              <a:t>&lt;Start Date&gt;</a:t>
            </a:r>
          </a:p>
        </p:txBody>
      </p:sp>
      <p:sp>
        <p:nvSpPr>
          <p:cNvPr id="32" name="Text Placeholder 29">
            <a:extLst>
              <a:ext uri="{FF2B5EF4-FFF2-40B4-BE49-F238E27FC236}">
                <a16:creationId xmlns:a16="http://schemas.microsoft.com/office/drawing/2014/main" id="{392F3148-1562-F4D1-D241-14180A7EE4B8}"/>
              </a:ext>
            </a:extLst>
          </p:cNvPr>
          <p:cNvSpPr>
            <a:spLocks noGrp="1"/>
          </p:cNvSpPr>
          <p:nvPr userDrawn="1">
            <p:ph type="body" sz="quarter" idx="12" hasCustomPrompt="1"/>
          </p:nvPr>
        </p:nvSpPr>
        <p:spPr>
          <a:xfrm>
            <a:off x="1231241" y="3450280"/>
            <a:ext cx="3017520" cy="328613"/>
          </a:xfrm>
        </p:spPr>
        <p:txBody>
          <a:bodyPr anchor="ctr">
            <a:normAutofit/>
          </a:bodyPr>
          <a:lstStyle>
            <a:lvl1pPr marL="0" indent="0" algn="ctr">
              <a:buNone/>
              <a:defRPr sz="1200" b="1">
                <a:solidFill>
                  <a:schemeClr val="bg1"/>
                </a:solidFill>
              </a:defRPr>
            </a:lvl1pPr>
          </a:lstStyle>
          <a:p>
            <a:pPr lvl="0"/>
            <a:r>
              <a:rPr lang="en-US"/>
              <a:t>&lt;Project Duration&gt;</a:t>
            </a:r>
          </a:p>
        </p:txBody>
      </p:sp>
      <p:sp>
        <p:nvSpPr>
          <p:cNvPr id="34" name="Picture Placeholder 33">
            <a:extLst>
              <a:ext uri="{FF2B5EF4-FFF2-40B4-BE49-F238E27FC236}">
                <a16:creationId xmlns:a16="http://schemas.microsoft.com/office/drawing/2014/main" id="{5FD8BC69-533B-B365-9039-2B3B24C6D14E}"/>
              </a:ext>
            </a:extLst>
          </p:cNvPr>
          <p:cNvSpPr>
            <a:spLocks noGrp="1"/>
          </p:cNvSpPr>
          <p:nvPr userDrawn="1">
            <p:ph type="pic" sz="quarter" idx="13"/>
          </p:nvPr>
        </p:nvSpPr>
        <p:spPr>
          <a:xfrm>
            <a:off x="5298081" y="1770797"/>
            <a:ext cx="1281106" cy="1071798"/>
          </a:xfrm>
        </p:spPr>
        <p:txBody>
          <a:bodyPr/>
          <a:lstStyle/>
          <a:p>
            <a:endParaRPr lang="en-US"/>
          </a:p>
        </p:txBody>
      </p:sp>
      <p:sp>
        <p:nvSpPr>
          <p:cNvPr id="36" name="Table Placeholder 35">
            <a:extLst>
              <a:ext uri="{FF2B5EF4-FFF2-40B4-BE49-F238E27FC236}">
                <a16:creationId xmlns:a16="http://schemas.microsoft.com/office/drawing/2014/main" id="{9B0360DE-2999-2CAE-E9CE-DBDA67C34E1E}"/>
              </a:ext>
            </a:extLst>
          </p:cNvPr>
          <p:cNvSpPr>
            <a:spLocks noGrp="1"/>
          </p:cNvSpPr>
          <p:nvPr userDrawn="1">
            <p:ph type="tbl" sz="quarter" idx="14"/>
          </p:nvPr>
        </p:nvSpPr>
        <p:spPr>
          <a:xfrm>
            <a:off x="7036908" y="1615940"/>
            <a:ext cx="4134676" cy="1393867"/>
          </a:xfrm>
        </p:spPr>
        <p:txBody>
          <a:bodyPr/>
          <a:lstStyle/>
          <a:p>
            <a:endParaRPr lang="en-US"/>
          </a:p>
        </p:txBody>
      </p:sp>
      <p:sp>
        <p:nvSpPr>
          <p:cNvPr id="38" name="Table Placeholder 37">
            <a:extLst>
              <a:ext uri="{FF2B5EF4-FFF2-40B4-BE49-F238E27FC236}">
                <a16:creationId xmlns:a16="http://schemas.microsoft.com/office/drawing/2014/main" id="{D278386C-3805-1A2A-5A72-A783E41522F5}"/>
              </a:ext>
            </a:extLst>
          </p:cNvPr>
          <p:cNvSpPr>
            <a:spLocks noGrp="1"/>
          </p:cNvSpPr>
          <p:nvPr userDrawn="1">
            <p:ph type="tbl" sz="quarter" idx="15"/>
          </p:nvPr>
        </p:nvSpPr>
        <p:spPr>
          <a:xfrm>
            <a:off x="7036909" y="3495223"/>
            <a:ext cx="4134676" cy="1505816"/>
          </a:xfrm>
        </p:spPr>
        <p:txBody>
          <a:bodyPr/>
          <a:lstStyle/>
          <a:p>
            <a:endParaRPr lang="en-US"/>
          </a:p>
        </p:txBody>
      </p:sp>
      <p:sp>
        <p:nvSpPr>
          <p:cNvPr id="42" name="Rectangle: Rounded Corners 41">
            <a:extLst>
              <a:ext uri="{FF2B5EF4-FFF2-40B4-BE49-F238E27FC236}">
                <a16:creationId xmlns:a16="http://schemas.microsoft.com/office/drawing/2014/main" id="{9627C27C-D1B1-FCB5-CA0C-0841FF674DC5}"/>
              </a:ext>
            </a:extLst>
          </p:cNvPr>
          <p:cNvSpPr/>
          <p:nvPr userDrawn="1"/>
        </p:nvSpPr>
        <p:spPr>
          <a:xfrm>
            <a:off x="934422" y="4134213"/>
            <a:ext cx="3579294" cy="914400"/>
          </a:xfrm>
          <a:prstGeom prst="roundRect">
            <a:avLst>
              <a:gd name="adj" fmla="val 9524"/>
            </a:avLst>
          </a:prstGeom>
          <a:solidFill>
            <a:srgbClr val="006E74"/>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t"/>
          <a:lstStyle/>
          <a:p>
            <a:pPr marR="0" lvl="0" indent="0" algn="ctr" fontAlgn="auto">
              <a:lnSpc>
                <a:spcPct val="100000"/>
              </a:lnSpc>
              <a:spcBef>
                <a:spcPts val="0"/>
              </a:spcBef>
              <a:spcAft>
                <a:spcPts val="0"/>
              </a:spcAft>
              <a:buClrTx/>
              <a:buSzTx/>
              <a:buFontTx/>
              <a:buNone/>
              <a:tabLst/>
            </a:pPr>
            <a:r>
              <a:rPr kumimoji="0" lang="en-US" sz="1600" b="1" i="0" u="none" strike="noStrike" cap="none" spc="0" normalizeH="0" baseline="0" noProof="0">
                <a:ln>
                  <a:noFill/>
                </a:ln>
                <a:solidFill>
                  <a:srgbClr val="FFC000"/>
                </a:solidFill>
                <a:effectLst/>
                <a:uLnTx/>
                <a:uFillTx/>
                <a:latin typeface="Arial"/>
              </a:rPr>
              <a:t>Project End Date</a:t>
            </a:r>
          </a:p>
        </p:txBody>
      </p:sp>
      <p:sp>
        <p:nvSpPr>
          <p:cNvPr id="46" name="Text Placeholder 29">
            <a:extLst>
              <a:ext uri="{FF2B5EF4-FFF2-40B4-BE49-F238E27FC236}">
                <a16:creationId xmlns:a16="http://schemas.microsoft.com/office/drawing/2014/main" id="{3FA64136-9CF5-4A1C-443D-4FB27853CB1F}"/>
              </a:ext>
            </a:extLst>
          </p:cNvPr>
          <p:cNvSpPr>
            <a:spLocks noGrp="1"/>
          </p:cNvSpPr>
          <p:nvPr userDrawn="1">
            <p:ph type="body" sz="quarter" idx="16" hasCustomPrompt="1"/>
          </p:nvPr>
        </p:nvSpPr>
        <p:spPr>
          <a:xfrm>
            <a:off x="1235429" y="4445680"/>
            <a:ext cx="3017520" cy="328613"/>
          </a:xfrm>
        </p:spPr>
        <p:txBody>
          <a:bodyPr anchor="ctr">
            <a:normAutofit/>
          </a:bodyPr>
          <a:lstStyle>
            <a:lvl1pPr marL="0" indent="0" algn="ctr">
              <a:buNone/>
              <a:defRPr sz="1200" b="1">
                <a:solidFill>
                  <a:schemeClr val="bg1"/>
                </a:solidFill>
              </a:defRPr>
            </a:lvl1pPr>
          </a:lstStyle>
          <a:p>
            <a:pPr lvl="0"/>
            <a:r>
              <a:rPr lang="en-US"/>
              <a:t>&lt;End Date&gt;</a:t>
            </a:r>
          </a:p>
        </p:txBody>
      </p:sp>
      <p:grpSp>
        <p:nvGrpSpPr>
          <p:cNvPr id="48" name="Group 47">
            <a:extLst>
              <a:ext uri="{FF2B5EF4-FFF2-40B4-BE49-F238E27FC236}">
                <a16:creationId xmlns:a16="http://schemas.microsoft.com/office/drawing/2014/main" id="{7380CC3F-BC5D-1780-867F-E9885D12EC57}"/>
              </a:ext>
            </a:extLst>
          </p:cNvPr>
          <p:cNvGrpSpPr/>
          <p:nvPr userDrawn="1"/>
        </p:nvGrpSpPr>
        <p:grpSpPr>
          <a:xfrm>
            <a:off x="629621" y="4336094"/>
            <a:ext cx="510639" cy="510639"/>
            <a:chOff x="629621" y="4622585"/>
            <a:chExt cx="510639" cy="510639"/>
          </a:xfrm>
        </p:grpSpPr>
        <p:sp>
          <p:nvSpPr>
            <p:cNvPr id="44" name="Rectangle: Rounded Corners 43">
              <a:extLst>
                <a:ext uri="{FF2B5EF4-FFF2-40B4-BE49-F238E27FC236}">
                  <a16:creationId xmlns:a16="http://schemas.microsoft.com/office/drawing/2014/main" id="{10C414C0-3EF8-DB56-9068-8D8473DCF039}"/>
                </a:ext>
              </a:extLst>
            </p:cNvPr>
            <p:cNvSpPr/>
            <p:nvPr userDrawn="1"/>
          </p:nvSpPr>
          <p:spPr>
            <a:xfrm>
              <a:off x="629621" y="4622585"/>
              <a:ext cx="510639" cy="510639"/>
            </a:xfrm>
            <a:prstGeom prst="roundRect">
              <a:avLst/>
            </a:prstGeom>
            <a:solidFill>
              <a:schemeClr val="bg2">
                <a:lumMod val="9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47" name="Picture 6" descr="Release Date Icons - Free SVG &amp; PNG Release Date Images - Noun Project">
              <a:extLst>
                <a:ext uri="{FF2B5EF4-FFF2-40B4-BE49-F238E27FC236}">
                  <a16:creationId xmlns:a16="http://schemas.microsoft.com/office/drawing/2014/main" id="{5F6BF5F3-D946-F7D6-42D0-2375BE68A9E0}"/>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71927" y="4664891"/>
              <a:ext cx="426027" cy="426027"/>
            </a:xfrm>
            <a:prstGeom prst="rect">
              <a:avLst/>
            </a:prstGeom>
            <a:noFill/>
            <a:extLst>
              <a:ext uri="{909E8E84-426E-40DD-AFC4-6F175D3DCCD1}">
                <a14:hiddenFill xmlns:a14="http://schemas.microsoft.com/office/drawing/2010/main">
                  <a:solidFill>
                    <a:srgbClr val="FFFFFF"/>
                  </a:solidFill>
                </a14:hiddenFill>
              </a:ext>
            </a:extLst>
          </p:spPr>
        </p:pic>
      </p:grpSp>
      <p:sp>
        <p:nvSpPr>
          <p:cNvPr id="55" name="Rectangle: Rounded Corners 54">
            <a:extLst>
              <a:ext uri="{FF2B5EF4-FFF2-40B4-BE49-F238E27FC236}">
                <a16:creationId xmlns:a16="http://schemas.microsoft.com/office/drawing/2014/main" id="{D095CCBB-2CD0-FBF6-A4F6-FA2035B15E4F}"/>
              </a:ext>
            </a:extLst>
          </p:cNvPr>
          <p:cNvSpPr/>
          <p:nvPr userDrawn="1"/>
        </p:nvSpPr>
        <p:spPr>
          <a:xfrm>
            <a:off x="930234" y="5133196"/>
            <a:ext cx="3579294" cy="914400"/>
          </a:xfrm>
          <a:prstGeom prst="roundRect">
            <a:avLst>
              <a:gd name="adj" fmla="val 9524"/>
            </a:avLst>
          </a:prstGeom>
          <a:solidFill>
            <a:srgbClr val="006E74"/>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t"/>
          <a:lstStyle/>
          <a:p>
            <a:pPr marR="0" lvl="0" indent="0" algn="ctr" fontAlgn="auto">
              <a:lnSpc>
                <a:spcPct val="100000"/>
              </a:lnSpc>
              <a:spcBef>
                <a:spcPts val="0"/>
              </a:spcBef>
              <a:spcAft>
                <a:spcPts val="0"/>
              </a:spcAft>
              <a:buClrTx/>
              <a:buSzTx/>
              <a:buFontTx/>
              <a:buNone/>
              <a:tabLst/>
            </a:pPr>
            <a:r>
              <a:rPr kumimoji="0" lang="en-US" sz="1600" b="1" i="0" u="none" strike="noStrike" cap="none" spc="0" normalizeH="0" baseline="0" noProof="0">
                <a:ln>
                  <a:noFill/>
                </a:ln>
                <a:solidFill>
                  <a:srgbClr val="FFC000"/>
                </a:solidFill>
                <a:effectLst/>
                <a:uLnTx/>
                <a:uFillTx/>
                <a:latin typeface="Arial"/>
              </a:rPr>
              <a:t>Status Period</a:t>
            </a:r>
          </a:p>
        </p:txBody>
      </p:sp>
      <p:sp>
        <p:nvSpPr>
          <p:cNvPr id="56" name="Text Placeholder 29">
            <a:extLst>
              <a:ext uri="{FF2B5EF4-FFF2-40B4-BE49-F238E27FC236}">
                <a16:creationId xmlns:a16="http://schemas.microsoft.com/office/drawing/2014/main" id="{437CC792-24A6-7EEA-7CB6-4D69DD44D316}"/>
              </a:ext>
            </a:extLst>
          </p:cNvPr>
          <p:cNvSpPr>
            <a:spLocks noGrp="1"/>
          </p:cNvSpPr>
          <p:nvPr>
            <p:ph type="body" sz="quarter" idx="17" hasCustomPrompt="1"/>
          </p:nvPr>
        </p:nvSpPr>
        <p:spPr>
          <a:xfrm>
            <a:off x="1231240" y="5531033"/>
            <a:ext cx="3017520" cy="328613"/>
          </a:xfrm>
        </p:spPr>
        <p:txBody>
          <a:bodyPr anchor="ctr">
            <a:normAutofit/>
          </a:bodyPr>
          <a:lstStyle>
            <a:lvl1pPr marL="0" indent="0" algn="ctr">
              <a:buNone/>
              <a:defRPr sz="1200" b="1">
                <a:solidFill>
                  <a:schemeClr val="bg1"/>
                </a:solidFill>
              </a:defRPr>
            </a:lvl1pPr>
          </a:lstStyle>
          <a:p>
            <a:pPr lvl="0"/>
            <a:r>
              <a:rPr lang="en-US"/>
              <a:t>&lt;Start Date&gt; - &lt;End Date&gt;</a:t>
            </a:r>
          </a:p>
        </p:txBody>
      </p:sp>
      <p:grpSp>
        <p:nvGrpSpPr>
          <p:cNvPr id="57" name="Group 56">
            <a:extLst>
              <a:ext uri="{FF2B5EF4-FFF2-40B4-BE49-F238E27FC236}">
                <a16:creationId xmlns:a16="http://schemas.microsoft.com/office/drawing/2014/main" id="{D6ACE069-2030-8649-0134-7675A5F91F11}"/>
              </a:ext>
            </a:extLst>
          </p:cNvPr>
          <p:cNvGrpSpPr/>
          <p:nvPr userDrawn="1"/>
        </p:nvGrpSpPr>
        <p:grpSpPr>
          <a:xfrm>
            <a:off x="625433" y="5335077"/>
            <a:ext cx="510639" cy="510639"/>
            <a:chOff x="629621" y="4622585"/>
            <a:chExt cx="510639" cy="510639"/>
          </a:xfrm>
        </p:grpSpPr>
        <p:sp>
          <p:nvSpPr>
            <p:cNvPr id="58" name="Rectangle: Rounded Corners 57">
              <a:extLst>
                <a:ext uri="{FF2B5EF4-FFF2-40B4-BE49-F238E27FC236}">
                  <a16:creationId xmlns:a16="http://schemas.microsoft.com/office/drawing/2014/main" id="{5B339311-3363-482B-A76C-480625DF631D}"/>
                </a:ext>
              </a:extLst>
            </p:cNvPr>
            <p:cNvSpPr/>
            <p:nvPr userDrawn="1"/>
          </p:nvSpPr>
          <p:spPr>
            <a:xfrm>
              <a:off x="629621" y="4622585"/>
              <a:ext cx="510639" cy="510639"/>
            </a:xfrm>
            <a:prstGeom prst="roundRect">
              <a:avLst/>
            </a:prstGeom>
            <a:solidFill>
              <a:schemeClr val="bg2">
                <a:lumMod val="9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59" name="Picture 6" descr="Release Date Icons - Free SVG &amp; PNG Release Date Images - Noun Project">
              <a:extLst>
                <a:ext uri="{FF2B5EF4-FFF2-40B4-BE49-F238E27FC236}">
                  <a16:creationId xmlns:a16="http://schemas.microsoft.com/office/drawing/2014/main" id="{C4EAA192-C380-D8F6-0444-1DBA6D02640C}"/>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71927" y="4664891"/>
              <a:ext cx="426027" cy="426027"/>
            </a:xfrm>
            <a:prstGeom prst="rect">
              <a:avLst/>
            </a:prstGeom>
            <a:noFill/>
            <a:extLst>
              <a:ext uri="{909E8E84-426E-40DD-AFC4-6F175D3DCCD1}">
                <a14:hiddenFill xmlns:a14="http://schemas.microsoft.com/office/drawing/2010/main">
                  <a:solidFill>
                    <a:srgbClr val="FFFFFF"/>
                  </a:solidFill>
                </a14:hiddenFill>
              </a:ext>
            </a:extLst>
          </p:spPr>
        </p:pic>
      </p:grpSp>
      <p:sp>
        <p:nvSpPr>
          <p:cNvPr id="61" name="Text Placeholder 60">
            <a:extLst>
              <a:ext uri="{FF2B5EF4-FFF2-40B4-BE49-F238E27FC236}">
                <a16:creationId xmlns:a16="http://schemas.microsoft.com/office/drawing/2014/main" id="{782F804C-1276-01FE-B56C-35B3E5EFB842}"/>
              </a:ext>
            </a:extLst>
          </p:cNvPr>
          <p:cNvSpPr>
            <a:spLocks noGrp="1"/>
          </p:cNvSpPr>
          <p:nvPr>
            <p:ph type="body" sz="quarter" idx="18" hasCustomPrompt="1"/>
          </p:nvPr>
        </p:nvSpPr>
        <p:spPr>
          <a:xfrm>
            <a:off x="4821382" y="5530850"/>
            <a:ext cx="6895605" cy="681107"/>
          </a:xfr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nchor="ctr"/>
          <a:lstStyle>
            <a:lvl1pPr marL="0" indent="0" algn="ctr">
              <a:buNone/>
              <a:defRPr sz="1200" b="1">
                <a:solidFill>
                  <a:schemeClr val="tx1"/>
                </a:solidFill>
              </a:defRPr>
            </a:lvl1pPr>
          </a:lstStyle>
          <a:p>
            <a:pPr lvl="0"/>
            <a:r>
              <a:rPr lang="en-US"/>
              <a:t>&lt;Project Health&gt; {Update Background(R, A, G) based on Project Health}</a:t>
            </a:r>
          </a:p>
        </p:txBody>
      </p:sp>
    </p:spTree>
    <p:extLst>
      <p:ext uri="{BB962C8B-B14F-4D97-AF65-F5344CB8AC3E}">
        <p14:creationId xmlns:p14="http://schemas.microsoft.com/office/powerpoint/2010/main" val="747249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rporate Factsheet">
    <p:bg>
      <p:bgRef idx="1001">
        <a:schemeClr val="bg2"/>
      </p:bgRef>
    </p:bg>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A0CB00BB-E975-8547-9DD4-8C2702FDE56A}"/>
              </a:ext>
            </a:extLst>
          </p:cNvPr>
          <p:cNvSpPr txBox="1"/>
          <p:nvPr userDrawn="1"/>
        </p:nvSpPr>
        <p:spPr>
          <a:xfrm>
            <a:off x="365759" y="365760"/>
            <a:ext cx="7318951" cy="1188720"/>
          </a:xfrm>
          <a:prstGeom prst="rect">
            <a:avLst/>
          </a:prstGeom>
          <a:noFill/>
        </p:spPr>
        <p:txBody>
          <a:bodyPr wrap="square" lIns="0" tIns="0" rIns="0" bIns="0" rtlCol="0">
            <a:noAutofit/>
          </a:bodyPr>
          <a:lstStyle/>
          <a:p>
            <a:pPr>
              <a:lnSpc>
                <a:spcPct val="95000"/>
              </a:lnSpc>
              <a:buSzPct val="100000"/>
            </a:pPr>
            <a:r>
              <a:rPr lang="en-US" sz="3200" b="1"/>
              <a:t>Who we are</a:t>
            </a:r>
          </a:p>
        </p:txBody>
      </p:sp>
      <p:graphicFrame>
        <p:nvGraphicFramePr>
          <p:cNvPr id="5" name="Table">
            <a:extLst>
              <a:ext uri="{FF2B5EF4-FFF2-40B4-BE49-F238E27FC236}">
                <a16:creationId xmlns:a16="http://schemas.microsoft.com/office/drawing/2014/main" id="{FDD9A781-AAB3-1F4F-B85C-5BAB8117F4EB}"/>
              </a:ext>
            </a:extLst>
          </p:cNvPr>
          <p:cNvGraphicFramePr>
            <a:graphicFrameLocks noGrp="1"/>
          </p:cNvGraphicFramePr>
          <p:nvPr userDrawn="1">
            <p:extLst>
              <p:ext uri="{D42A27DB-BD31-4B8C-83A1-F6EECF244321}">
                <p14:modId xmlns:p14="http://schemas.microsoft.com/office/powerpoint/2010/main" val="101797842"/>
              </p:ext>
            </p:extLst>
          </p:nvPr>
        </p:nvGraphicFramePr>
        <p:xfrm>
          <a:off x="365758" y="1554480"/>
          <a:ext cx="4724638" cy="2340864"/>
        </p:xfrm>
        <a:graphic>
          <a:graphicData uri="http://schemas.openxmlformats.org/drawingml/2006/table">
            <a:tbl>
              <a:tblPr>
                <a:tableStyleId>{2D5ABB26-0587-4C30-8999-92F81FD0307C}</a:tableStyleId>
              </a:tblPr>
              <a:tblGrid>
                <a:gridCol w="4724638">
                  <a:extLst>
                    <a:ext uri="{9D8B030D-6E8A-4147-A177-3AD203B41FA5}">
                      <a16:colId xmlns:a16="http://schemas.microsoft.com/office/drawing/2014/main" val="2301779111"/>
                    </a:ext>
                  </a:extLst>
                </a:gridCol>
              </a:tblGrid>
              <a:tr h="879476">
                <a:tc>
                  <a:txBody>
                    <a:bodyPr/>
                    <a:lstStyle/>
                    <a:p>
                      <a:pPr>
                        <a:lnSpc>
                          <a:spcPct val="80000"/>
                        </a:lnSpc>
                      </a:pPr>
                      <a:r>
                        <a:rPr lang="en-US" sz="9600" spc="-100" baseline="0"/>
                        <a:t>Impact</a:t>
                      </a:r>
                    </a:p>
                    <a:p>
                      <a:pPr>
                        <a:lnSpc>
                          <a:spcPct val="80000"/>
                        </a:lnSpc>
                      </a:pPr>
                      <a:r>
                        <a:rPr lang="en-US" sz="9600" spc="-100" baseline="0"/>
                        <a:t>unbound</a:t>
                      </a:r>
                    </a:p>
                  </a:txBody>
                  <a:tcPr marL="0" marR="0" marT="0" marB="0"/>
                </a:tc>
                <a:extLst>
                  <a:ext uri="{0D108BD9-81ED-4DB2-BD59-A6C34878D82A}">
                    <a16:rowId xmlns:a16="http://schemas.microsoft.com/office/drawing/2014/main" val="2389767732"/>
                  </a:ext>
                </a:extLst>
              </a:tr>
            </a:tbl>
          </a:graphicData>
        </a:graphic>
      </p:graphicFrame>
      <p:sp>
        <p:nvSpPr>
          <p:cNvPr id="6" name="Rectangle">
            <a:extLst>
              <a:ext uri="{FF2B5EF4-FFF2-40B4-BE49-F238E27FC236}">
                <a16:creationId xmlns:a16="http://schemas.microsoft.com/office/drawing/2014/main" id="{301406CB-2148-E947-9390-7E9AA616ECB1}"/>
              </a:ext>
            </a:extLst>
          </p:cNvPr>
          <p:cNvSpPr/>
          <p:nvPr userDrawn="1"/>
        </p:nvSpPr>
        <p:spPr>
          <a:xfrm>
            <a:off x="1816100" y="4023360"/>
            <a:ext cx="2478659" cy="2059940"/>
          </a:xfrm>
          <a:prstGeom prst="rect">
            <a:avLst/>
          </a:prstGeom>
          <a:solidFill>
            <a:srgbClr val="006E74"/>
          </a:solidFill>
          <a:ln>
            <a:noFill/>
          </a:ln>
        </p:spPr>
        <p:style>
          <a:lnRef idx="0">
            <a:schemeClr val="accent1"/>
          </a:lnRef>
          <a:fillRef idx="1">
            <a:schemeClr val="accent1"/>
          </a:fillRef>
          <a:effectRef idx="0">
            <a:srgbClr val="000000"/>
          </a:effectRef>
          <a:fontRef idx="minor">
            <a:schemeClr val="bg1"/>
          </a:fontRef>
        </p:style>
        <p:txBody>
          <a:bodyPr lIns="274320" tIns="91440" bIns="91440" rtlCol="0" anchor="ctr" anchorCtr="0"/>
          <a:lstStyle/>
          <a:p>
            <a:r>
              <a:rPr lang="en-US"/>
              <a:t>Transforming the world's best companies through the power of technology.</a:t>
            </a:r>
          </a:p>
        </p:txBody>
      </p:sp>
      <p:grpSp>
        <p:nvGrpSpPr>
          <p:cNvPr id="7" name="Group">
            <a:extLst>
              <a:ext uri="{FF2B5EF4-FFF2-40B4-BE49-F238E27FC236}">
                <a16:creationId xmlns:a16="http://schemas.microsoft.com/office/drawing/2014/main" id="{73E17E7C-7BE8-4C48-80C8-1EFDE1F20B86}"/>
              </a:ext>
            </a:extLst>
          </p:cNvPr>
          <p:cNvGrpSpPr/>
          <p:nvPr userDrawn="1"/>
        </p:nvGrpSpPr>
        <p:grpSpPr>
          <a:xfrm>
            <a:off x="5611672" y="-1"/>
            <a:ext cx="5489145" cy="6858001"/>
            <a:chOff x="5611672" y="-1"/>
            <a:chExt cx="5489145" cy="6858001"/>
          </a:xfrm>
        </p:grpSpPr>
        <p:cxnSp>
          <p:nvCxnSpPr>
            <p:cNvPr id="8" name="Line">
              <a:extLst>
                <a:ext uri="{FF2B5EF4-FFF2-40B4-BE49-F238E27FC236}">
                  <a16:creationId xmlns:a16="http://schemas.microsoft.com/office/drawing/2014/main" id="{DF5BABAE-BBAB-2144-B34B-0BA7DE7A83FB}"/>
                </a:ext>
              </a:extLst>
            </p:cNvPr>
            <p:cNvCxnSpPr>
              <a:cxnSpLocks/>
            </p:cNvCxnSpPr>
            <p:nvPr/>
          </p:nvCxnSpPr>
          <p:spPr>
            <a:xfrm>
              <a:off x="7900416" y="-1"/>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9" name="Text">
              <a:extLst>
                <a:ext uri="{FF2B5EF4-FFF2-40B4-BE49-F238E27FC236}">
                  <a16:creationId xmlns:a16="http://schemas.microsoft.com/office/drawing/2014/main" id="{F797171B-92E3-7C4D-99EA-F8D05B4C8945}"/>
                </a:ext>
              </a:extLst>
            </p:cNvPr>
            <p:cNvSpPr txBox="1"/>
            <p:nvPr/>
          </p:nvSpPr>
          <p:spPr>
            <a:xfrm>
              <a:off x="7900416" y="868679"/>
              <a:ext cx="3200400" cy="1054099"/>
            </a:xfrm>
            <a:prstGeom prst="rect">
              <a:avLst/>
            </a:prstGeom>
            <a:noFill/>
          </p:spPr>
          <p:txBody>
            <a:bodyPr wrap="square" lIns="0" tIns="0" rIns="0" bIns="0" rtlCol="0" anchor="ctr" anchorCtr="0">
              <a:noAutofit/>
            </a:bodyPr>
            <a:lstStyle/>
            <a:p>
              <a:pPr>
                <a:spcAft>
                  <a:spcPts val="300"/>
                </a:spcAft>
                <a:buSzPct val="100000"/>
              </a:pPr>
              <a:r>
                <a:rPr lang="en-US" sz="1000" b="1"/>
                <a:t>Our history</a:t>
              </a:r>
            </a:p>
            <a:p>
              <a:pPr>
                <a:spcBef>
                  <a:spcPts val="300"/>
                </a:spcBef>
                <a:buSzPct val="100000"/>
              </a:pPr>
              <a:r>
                <a:rPr lang="en-US" sz="1000"/>
                <a:t>Born digital in 1999</a:t>
              </a:r>
            </a:p>
            <a:p>
              <a:pPr>
                <a:spcBef>
                  <a:spcPts val="300"/>
                </a:spcBef>
                <a:buSzPct val="100000"/>
              </a:pPr>
              <a:r>
                <a:rPr lang="en-US" sz="1000"/>
                <a:t>HQ. Orange County, CA</a:t>
              </a:r>
            </a:p>
            <a:p>
              <a:pPr>
                <a:spcBef>
                  <a:spcPts val="300"/>
                </a:spcBef>
                <a:buSzPct val="100000"/>
              </a:pPr>
              <a:r>
                <a:rPr lang="en-US" sz="1000"/>
                <a:t>30,000⁺ employees</a:t>
              </a:r>
            </a:p>
            <a:p>
              <a:pPr>
                <a:spcBef>
                  <a:spcPts val="300"/>
                </a:spcBef>
                <a:buSzPct val="100000"/>
              </a:pPr>
              <a:r>
                <a:rPr lang="en-US" sz="1000"/>
                <a:t>140⁺ global 1000 clients</a:t>
              </a:r>
            </a:p>
          </p:txBody>
        </p:sp>
        <p:cxnSp>
          <p:nvCxnSpPr>
            <p:cNvPr id="10" name="Line">
              <a:extLst>
                <a:ext uri="{FF2B5EF4-FFF2-40B4-BE49-F238E27FC236}">
                  <a16:creationId xmlns:a16="http://schemas.microsoft.com/office/drawing/2014/main" id="{37B56125-9A27-864F-B63E-01B8C04224E5}"/>
                </a:ext>
              </a:extLst>
            </p:cNvPr>
            <p:cNvCxnSpPr>
              <a:cxnSpLocks/>
            </p:cNvCxnSpPr>
            <p:nvPr/>
          </p:nvCxnSpPr>
          <p:spPr>
            <a:xfrm flipH="1">
              <a:off x="7900415" y="1922778"/>
              <a:ext cx="2" cy="47443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
              <a:extLst>
                <a:ext uri="{FF2B5EF4-FFF2-40B4-BE49-F238E27FC236}">
                  <a16:creationId xmlns:a16="http://schemas.microsoft.com/office/drawing/2014/main" id="{FCB43F01-E21E-C640-832F-7667C0320EF5}"/>
                </a:ext>
              </a:extLst>
            </p:cNvPr>
            <p:cNvSpPr txBox="1"/>
            <p:nvPr/>
          </p:nvSpPr>
          <p:spPr>
            <a:xfrm>
              <a:off x="5611672" y="2515869"/>
              <a:ext cx="2288743" cy="1508760"/>
            </a:xfrm>
            <a:prstGeom prst="rect">
              <a:avLst/>
            </a:prstGeom>
            <a:noFill/>
          </p:spPr>
          <p:txBody>
            <a:bodyPr wrap="square" lIns="0" tIns="0" rIns="0" bIns="0" rtlCol="0" anchor="ctr" anchorCtr="0">
              <a:noAutofit/>
            </a:bodyPr>
            <a:lstStyle/>
            <a:p>
              <a:pPr algn="r">
                <a:spcAft>
                  <a:spcPts val="300"/>
                </a:spcAft>
                <a:buSzPct val="100000"/>
              </a:pPr>
              <a:r>
                <a:rPr lang="en-US" sz="1000" b="1"/>
                <a:t>Industry verticals</a:t>
              </a:r>
            </a:p>
            <a:p>
              <a:pPr algn="r">
                <a:spcBef>
                  <a:spcPts val="300"/>
                </a:spcBef>
                <a:buSzPct val="100000"/>
              </a:pPr>
              <a:r>
                <a:rPr lang="en-US" sz="1000"/>
                <a:t>Financial Services</a:t>
              </a:r>
            </a:p>
            <a:p>
              <a:pPr algn="r">
                <a:spcBef>
                  <a:spcPts val="300"/>
                </a:spcBef>
                <a:buSzPct val="100000"/>
              </a:pPr>
              <a:r>
                <a:rPr lang="en-US" sz="1000"/>
                <a:t>Healthcare</a:t>
              </a:r>
            </a:p>
            <a:p>
              <a:pPr algn="r">
                <a:spcBef>
                  <a:spcPts val="300"/>
                </a:spcBef>
                <a:buSzPct val="100000"/>
              </a:pPr>
              <a:r>
                <a:rPr lang="en-US" sz="1000"/>
                <a:t>Retail &amp; CPG</a:t>
              </a:r>
            </a:p>
            <a:p>
              <a:pPr algn="r">
                <a:spcBef>
                  <a:spcPts val="300"/>
                </a:spcBef>
                <a:buSzPct val="100000"/>
              </a:pPr>
              <a:r>
                <a:rPr lang="en-US" sz="1000"/>
                <a:t>Manufacturing</a:t>
              </a:r>
            </a:p>
            <a:p>
              <a:pPr algn="r">
                <a:spcBef>
                  <a:spcPts val="300"/>
                </a:spcBef>
                <a:buSzPct val="100000"/>
              </a:pPr>
              <a:r>
                <a:rPr lang="en-US" sz="1000"/>
                <a:t>Technology, Media &amp; Telecom</a:t>
              </a:r>
            </a:p>
            <a:p>
              <a:pPr algn="r">
                <a:spcBef>
                  <a:spcPts val="300"/>
                </a:spcBef>
                <a:buSzPct val="100000"/>
              </a:pPr>
              <a:r>
                <a:rPr lang="en-US" sz="1000"/>
                <a:t>Semiconductor</a:t>
              </a:r>
            </a:p>
            <a:p>
              <a:pPr algn="r">
                <a:spcBef>
                  <a:spcPts val="300"/>
                </a:spcBef>
                <a:buSzPct val="100000"/>
              </a:pPr>
              <a:r>
                <a:rPr lang="en-US" sz="1000"/>
                <a:t>Public Sector</a:t>
              </a:r>
            </a:p>
          </p:txBody>
        </p:sp>
        <p:cxnSp>
          <p:nvCxnSpPr>
            <p:cNvPr id="12" name="Line">
              <a:extLst>
                <a:ext uri="{FF2B5EF4-FFF2-40B4-BE49-F238E27FC236}">
                  <a16:creationId xmlns:a16="http://schemas.microsoft.com/office/drawing/2014/main" id="{4EA3ACE4-7F44-B043-A746-A76826D9D641}"/>
                </a:ext>
              </a:extLst>
            </p:cNvPr>
            <p:cNvCxnSpPr>
              <a:cxnSpLocks/>
            </p:cNvCxnSpPr>
            <p:nvPr/>
          </p:nvCxnSpPr>
          <p:spPr>
            <a:xfrm>
              <a:off x="7900416" y="4127157"/>
              <a:ext cx="0" cy="49056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3" name="Text">
              <a:extLst>
                <a:ext uri="{FF2B5EF4-FFF2-40B4-BE49-F238E27FC236}">
                  <a16:creationId xmlns:a16="http://schemas.microsoft.com/office/drawing/2014/main" id="{679C62A1-7F75-E34D-8087-47017D45EF0B}"/>
                </a:ext>
              </a:extLst>
            </p:cNvPr>
            <p:cNvSpPr txBox="1"/>
            <p:nvPr/>
          </p:nvSpPr>
          <p:spPr>
            <a:xfrm>
              <a:off x="7900417" y="4615181"/>
              <a:ext cx="3200400" cy="1374139"/>
            </a:xfrm>
            <a:prstGeom prst="rect">
              <a:avLst/>
            </a:prstGeom>
            <a:noFill/>
          </p:spPr>
          <p:txBody>
            <a:bodyPr wrap="square" lIns="0" tIns="0" rIns="0" bIns="0" rtlCol="0" anchor="ctr" anchorCtr="0">
              <a:noAutofit/>
            </a:bodyPr>
            <a:lstStyle/>
            <a:p>
              <a:pPr>
                <a:spcAft>
                  <a:spcPts val="300"/>
                </a:spcAft>
                <a:buSzPct val="100000"/>
              </a:pPr>
              <a:r>
                <a:rPr lang="en-US" sz="1000" b="1"/>
                <a:t>Global presence</a:t>
              </a:r>
            </a:p>
            <a:p>
              <a:pPr>
                <a:spcBef>
                  <a:spcPts val="300"/>
                </a:spcBef>
                <a:buSzPct val="100000"/>
              </a:pPr>
              <a:r>
                <a:rPr lang="en-US" sz="1000"/>
                <a:t>30 countries</a:t>
              </a:r>
            </a:p>
            <a:p>
              <a:pPr>
                <a:spcBef>
                  <a:spcPts val="300"/>
                </a:spcBef>
                <a:buSzPct val="100000"/>
              </a:pPr>
              <a:r>
                <a:rPr lang="en-US" sz="1000"/>
                <a:t>79 offices worldwide</a:t>
              </a:r>
            </a:p>
            <a:p>
              <a:pPr>
                <a:spcBef>
                  <a:spcPts val="300"/>
                </a:spcBef>
                <a:buSzPct val="100000"/>
              </a:pPr>
              <a:r>
                <a:rPr lang="en-US" sz="1000"/>
                <a:t>USA, Canada, India, Malaysia, Singapore, Philippines, China, Taiwan, Australia, Israel, England, Bulgaria, France, Germany, Portugal, Poland, Spain, Mexico</a:t>
              </a:r>
            </a:p>
          </p:txBody>
        </p:sp>
        <p:cxnSp>
          <p:nvCxnSpPr>
            <p:cNvPr id="14" name="Line">
              <a:extLst>
                <a:ext uri="{FF2B5EF4-FFF2-40B4-BE49-F238E27FC236}">
                  <a16:creationId xmlns:a16="http://schemas.microsoft.com/office/drawing/2014/main" id="{CCD82F03-BAC0-F546-8719-87E64DDBA3A9}"/>
                </a:ext>
              </a:extLst>
            </p:cNvPr>
            <p:cNvCxnSpPr>
              <a:cxnSpLocks/>
            </p:cNvCxnSpPr>
            <p:nvPr/>
          </p:nvCxnSpPr>
          <p:spPr>
            <a:xfrm>
              <a:off x="7900416" y="5989320"/>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grpSp>
    </p:spTree>
    <p:extLst>
      <p:ext uri="{BB962C8B-B14F-4D97-AF65-F5344CB8AC3E}">
        <p14:creationId xmlns:p14="http://schemas.microsoft.com/office/powerpoint/2010/main" val="13140656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p15:clr>
            <a:srgbClr val="FBAE40"/>
          </p15:clr>
        </p15:guide>
        <p15:guide id="3" orient="horz" pos="4148">
          <p15:clr>
            <a:srgbClr val="FBAE40"/>
          </p15:clr>
        </p15:guide>
        <p15:guide id="4" orient="horz" pos="11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orldwide office locations">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Where you'll find us</a:t>
            </a:r>
          </a:p>
        </p:txBody>
      </p:sp>
      <p:sp>
        <p:nvSpPr>
          <p:cNvPr id="4" name="World">
            <a:extLst>
              <a:ext uri="{FF2B5EF4-FFF2-40B4-BE49-F238E27FC236}">
                <a16:creationId xmlns:a16="http://schemas.microsoft.com/office/drawing/2014/main" id="{97ED8C1C-7434-9843-AF03-2E99D3463483}"/>
              </a:ext>
            </a:extLst>
          </p:cNvPr>
          <p:cNvSpPr>
            <a:spLocks noChangeAspect="1" noEditPoints="1"/>
          </p:cNvSpPr>
          <p:nvPr userDrawn="1"/>
        </p:nvSpPr>
        <p:spPr bwMode="auto">
          <a:xfrm>
            <a:off x="3510188" y="1253592"/>
            <a:ext cx="8202168" cy="4251960"/>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Square">
            <a:extLst>
              <a:ext uri="{FF2B5EF4-FFF2-40B4-BE49-F238E27FC236}">
                <a16:creationId xmlns:a16="http://schemas.microsoft.com/office/drawing/2014/main" id="{31347C3B-B78C-C546-8AF0-CD31ADB556BD}"/>
              </a:ext>
            </a:extLst>
          </p:cNvPr>
          <p:cNvSpPr>
            <a:spLocks noChangeAspect="1"/>
          </p:cNvSpPr>
          <p:nvPr userDrawn="1"/>
        </p:nvSpPr>
        <p:spPr bwMode="auto">
          <a:xfrm>
            <a:off x="4459229" y="2991734"/>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Square">
            <a:extLst>
              <a:ext uri="{FF2B5EF4-FFF2-40B4-BE49-F238E27FC236}">
                <a16:creationId xmlns:a16="http://schemas.microsoft.com/office/drawing/2014/main" id="{059E63DB-127F-D840-82F8-A0B0612D5970}"/>
              </a:ext>
            </a:extLst>
          </p:cNvPr>
          <p:cNvSpPr>
            <a:spLocks noChangeAspect="1"/>
          </p:cNvSpPr>
          <p:nvPr userDrawn="1"/>
        </p:nvSpPr>
        <p:spPr bwMode="auto">
          <a:xfrm>
            <a:off x="4910701" y="3439727"/>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Square">
            <a:extLst>
              <a:ext uri="{FF2B5EF4-FFF2-40B4-BE49-F238E27FC236}">
                <a16:creationId xmlns:a16="http://schemas.microsoft.com/office/drawing/2014/main" id="{368F0EA9-6C41-F745-9BD8-79E417397172}"/>
              </a:ext>
            </a:extLst>
          </p:cNvPr>
          <p:cNvSpPr>
            <a:spLocks noChangeAspect="1"/>
          </p:cNvSpPr>
          <p:nvPr userDrawn="1"/>
        </p:nvSpPr>
        <p:spPr bwMode="auto">
          <a:xfrm>
            <a:off x="5683943" y="258110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quare">
            <a:extLst>
              <a:ext uri="{FF2B5EF4-FFF2-40B4-BE49-F238E27FC236}">
                <a16:creationId xmlns:a16="http://schemas.microsoft.com/office/drawing/2014/main" id="{30822C56-0F20-B849-B880-A56543C1EF97}"/>
              </a:ext>
            </a:extLst>
          </p:cNvPr>
          <p:cNvSpPr>
            <a:spLocks noChangeAspect="1"/>
          </p:cNvSpPr>
          <p:nvPr userDrawn="1"/>
        </p:nvSpPr>
        <p:spPr bwMode="auto">
          <a:xfrm>
            <a:off x="7056004" y="2890532"/>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Square">
            <a:extLst>
              <a:ext uri="{FF2B5EF4-FFF2-40B4-BE49-F238E27FC236}">
                <a16:creationId xmlns:a16="http://schemas.microsoft.com/office/drawing/2014/main" id="{051F22B7-A041-4F4E-BAE0-775F06D9E63A}"/>
              </a:ext>
            </a:extLst>
          </p:cNvPr>
          <p:cNvSpPr>
            <a:spLocks noChangeAspect="1"/>
          </p:cNvSpPr>
          <p:nvPr userDrawn="1"/>
        </p:nvSpPr>
        <p:spPr bwMode="auto">
          <a:xfrm>
            <a:off x="7564061" y="247097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Square">
            <a:extLst>
              <a:ext uri="{FF2B5EF4-FFF2-40B4-BE49-F238E27FC236}">
                <a16:creationId xmlns:a16="http://schemas.microsoft.com/office/drawing/2014/main" id="{C26B72E0-E378-9C45-9FB9-986A0D890D9B}"/>
              </a:ext>
            </a:extLst>
          </p:cNvPr>
          <p:cNvSpPr>
            <a:spLocks noChangeAspect="1"/>
          </p:cNvSpPr>
          <p:nvPr userDrawn="1"/>
        </p:nvSpPr>
        <p:spPr bwMode="auto">
          <a:xfrm>
            <a:off x="9988821" y="324267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Square">
            <a:extLst>
              <a:ext uri="{FF2B5EF4-FFF2-40B4-BE49-F238E27FC236}">
                <a16:creationId xmlns:a16="http://schemas.microsoft.com/office/drawing/2014/main" id="{8DF8FA9E-7DCF-194C-B2AE-D8295E58B01B}"/>
              </a:ext>
            </a:extLst>
          </p:cNvPr>
          <p:cNvSpPr>
            <a:spLocks noChangeAspect="1"/>
          </p:cNvSpPr>
          <p:nvPr userDrawn="1"/>
        </p:nvSpPr>
        <p:spPr bwMode="auto">
          <a:xfrm>
            <a:off x="7173834" y="24283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Square">
            <a:extLst>
              <a:ext uri="{FF2B5EF4-FFF2-40B4-BE49-F238E27FC236}">
                <a16:creationId xmlns:a16="http://schemas.microsoft.com/office/drawing/2014/main" id="{A9D6CDDE-29C0-B34E-A0A0-F20361CFB3FB}"/>
              </a:ext>
            </a:extLst>
          </p:cNvPr>
          <p:cNvSpPr>
            <a:spLocks noChangeAspect="1"/>
          </p:cNvSpPr>
          <p:nvPr userDrawn="1"/>
        </p:nvSpPr>
        <p:spPr bwMode="auto">
          <a:xfrm>
            <a:off x="5474349" y="241101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Square">
            <a:extLst>
              <a:ext uri="{FF2B5EF4-FFF2-40B4-BE49-F238E27FC236}">
                <a16:creationId xmlns:a16="http://schemas.microsoft.com/office/drawing/2014/main" id="{00DF4B66-6261-8047-A165-EE326A4F62A2}"/>
              </a:ext>
            </a:extLst>
          </p:cNvPr>
          <p:cNvSpPr>
            <a:spLocks noChangeAspect="1"/>
          </p:cNvSpPr>
          <p:nvPr userDrawn="1"/>
        </p:nvSpPr>
        <p:spPr bwMode="auto">
          <a:xfrm>
            <a:off x="5328530" y="259235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Square">
            <a:extLst>
              <a:ext uri="{FF2B5EF4-FFF2-40B4-BE49-F238E27FC236}">
                <a16:creationId xmlns:a16="http://schemas.microsoft.com/office/drawing/2014/main" id="{E03427C8-ABC2-744F-A5B8-693074AE79A0}"/>
              </a:ext>
            </a:extLst>
          </p:cNvPr>
          <p:cNvSpPr>
            <a:spLocks noChangeAspect="1"/>
          </p:cNvSpPr>
          <p:nvPr userDrawn="1"/>
        </p:nvSpPr>
        <p:spPr bwMode="auto">
          <a:xfrm>
            <a:off x="5056661" y="338586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Square">
            <a:extLst>
              <a:ext uri="{FF2B5EF4-FFF2-40B4-BE49-F238E27FC236}">
                <a16:creationId xmlns:a16="http://schemas.microsoft.com/office/drawing/2014/main" id="{669CCC4B-3FF3-624B-9895-A87337F551A9}"/>
              </a:ext>
            </a:extLst>
          </p:cNvPr>
          <p:cNvSpPr>
            <a:spLocks noChangeAspect="1"/>
          </p:cNvSpPr>
          <p:nvPr userDrawn="1"/>
        </p:nvSpPr>
        <p:spPr bwMode="auto">
          <a:xfrm>
            <a:off x="8972526" y="3652651"/>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Square">
            <a:extLst>
              <a:ext uri="{FF2B5EF4-FFF2-40B4-BE49-F238E27FC236}">
                <a16:creationId xmlns:a16="http://schemas.microsoft.com/office/drawing/2014/main" id="{AD6346E5-7E1E-314D-BE49-D472D2130095}"/>
              </a:ext>
            </a:extLst>
          </p:cNvPr>
          <p:cNvSpPr>
            <a:spLocks noChangeAspect="1"/>
          </p:cNvSpPr>
          <p:nvPr userDrawn="1"/>
        </p:nvSpPr>
        <p:spPr bwMode="auto">
          <a:xfrm>
            <a:off x="10109817" y="3593620"/>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20" name="Group 19">
            <a:extLst>
              <a:ext uri="{FF2B5EF4-FFF2-40B4-BE49-F238E27FC236}">
                <a16:creationId xmlns:a16="http://schemas.microsoft.com/office/drawing/2014/main" id="{CD52518A-0434-9148-B978-9DFAC7B711A0}"/>
              </a:ext>
            </a:extLst>
          </p:cNvPr>
          <p:cNvGrpSpPr/>
          <p:nvPr userDrawn="1"/>
        </p:nvGrpSpPr>
        <p:grpSpPr>
          <a:xfrm>
            <a:off x="505022" y="1248216"/>
            <a:ext cx="2393683" cy="493424"/>
            <a:chOff x="505022" y="1102421"/>
            <a:chExt cx="2393683" cy="493424"/>
          </a:xfrm>
        </p:grpSpPr>
        <p:sp>
          <p:nvSpPr>
            <p:cNvPr id="21" name="TextBox 20">
              <a:extLst>
                <a:ext uri="{FF2B5EF4-FFF2-40B4-BE49-F238E27FC236}">
                  <a16:creationId xmlns:a16="http://schemas.microsoft.com/office/drawing/2014/main" id="{21F825BE-DB9D-7E4F-B5C3-CD3C2CA3B828}"/>
                </a:ext>
              </a:extLst>
            </p:cNvPr>
            <p:cNvSpPr txBox="1"/>
            <p:nvPr/>
          </p:nvSpPr>
          <p:spPr>
            <a:xfrm>
              <a:off x="775880" y="1411179"/>
              <a:ext cx="1253548" cy="184666"/>
            </a:xfrm>
            <a:prstGeom prst="rect">
              <a:avLst/>
            </a:prstGeom>
            <a:noFill/>
          </p:spPr>
          <p:txBody>
            <a:bodyPr wrap="none" lIns="0" tIns="0" rIns="0" bIns="0" rtlCol="0">
              <a:spAutoFit/>
            </a:bodyPr>
            <a:lstStyle/>
            <a:p>
              <a:pPr>
                <a:lnSpc>
                  <a:spcPct val="100000"/>
                </a:lnSpc>
                <a:spcBef>
                  <a:spcPts val="1200"/>
                </a:spcBef>
                <a:buSzPct val="100000"/>
              </a:pPr>
              <a:r>
                <a:rPr lang="en-GB" sz="1200"/>
                <a:t>Operation </a:t>
              </a:r>
              <a:r>
                <a:rPr lang="en-GB" sz="1200" err="1"/>
                <a:t>Centers</a:t>
              </a:r>
              <a:endParaRPr lang="en-GB" sz="1200"/>
            </a:p>
          </p:txBody>
        </p:sp>
        <p:sp>
          <p:nvSpPr>
            <p:cNvPr id="22" name="Square">
              <a:extLst>
                <a:ext uri="{FF2B5EF4-FFF2-40B4-BE49-F238E27FC236}">
                  <a16:creationId xmlns:a16="http://schemas.microsoft.com/office/drawing/2014/main" id="{3CD37C21-CBA4-D14E-95B0-023C0E800BA5}"/>
                </a:ext>
              </a:extLst>
            </p:cNvPr>
            <p:cNvSpPr>
              <a:spLocks noChangeAspect="1"/>
            </p:cNvSpPr>
            <p:nvPr/>
          </p:nvSpPr>
          <p:spPr bwMode="auto">
            <a:xfrm>
              <a:off x="505022" y="1130730"/>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Square">
              <a:extLst>
                <a:ext uri="{FF2B5EF4-FFF2-40B4-BE49-F238E27FC236}">
                  <a16:creationId xmlns:a16="http://schemas.microsoft.com/office/drawing/2014/main" id="{E14F2041-438F-6D47-AAD2-263C6FB3EABB}"/>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TextBox 23">
              <a:extLst>
                <a:ext uri="{FF2B5EF4-FFF2-40B4-BE49-F238E27FC236}">
                  <a16:creationId xmlns:a16="http://schemas.microsoft.com/office/drawing/2014/main" id="{214B06A6-04CA-4147-81BF-C8AD4E872EBF}"/>
                </a:ext>
              </a:extLst>
            </p:cNvPr>
            <p:cNvSpPr txBox="1"/>
            <p:nvPr/>
          </p:nvSpPr>
          <p:spPr>
            <a:xfrm>
              <a:off x="775880" y="1102421"/>
              <a:ext cx="2122825" cy="184666"/>
            </a:xfrm>
            <a:prstGeom prst="rect">
              <a:avLst/>
            </a:prstGeom>
            <a:noFill/>
          </p:spPr>
          <p:txBody>
            <a:bodyPr wrap="none" lIns="0" tIns="0" rIns="0" bIns="0" rtlCol="0">
              <a:spAutoFit/>
            </a:bodyPr>
            <a:lstStyle/>
            <a:p>
              <a:pPr>
                <a:lnSpc>
                  <a:spcPct val="100000"/>
                </a:lnSpc>
                <a:spcBef>
                  <a:spcPts val="1200"/>
                </a:spcBef>
                <a:buSzPct val="100000"/>
              </a:pPr>
              <a:r>
                <a:rPr lang="en-GB" sz="1200"/>
                <a:t>Main Offices &amp; Innovation Labs</a:t>
              </a:r>
            </a:p>
          </p:txBody>
        </p:sp>
      </p:grpSp>
      <p:sp>
        <p:nvSpPr>
          <p:cNvPr id="26" name="TextBox 25">
            <a:extLst>
              <a:ext uri="{FF2B5EF4-FFF2-40B4-BE49-F238E27FC236}">
                <a16:creationId xmlns:a16="http://schemas.microsoft.com/office/drawing/2014/main" id="{B708DAB0-47C0-FB43-A8B9-CFB5F6690E39}"/>
              </a:ext>
            </a:extLst>
          </p:cNvPr>
          <p:cNvSpPr txBox="1"/>
          <p:nvPr userDrawn="1"/>
        </p:nvSpPr>
        <p:spPr>
          <a:xfrm>
            <a:off x="7785463" y="2046514"/>
            <a:ext cx="0" cy="0"/>
          </a:xfrm>
          <a:prstGeom prst="rect">
            <a:avLst/>
          </a:prstGeom>
          <a:noFill/>
        </p:spPr>
        <p:txBody>
          <a:bodyPr wrap="none" lIns="0" tIns="0" rIns="0" bIns="0" rtlCol="0">
            <a:noAutofit/>
          </a:bodyPr>
          <a:lstStyle/>
          <a:p>
            <a:pPr marL="182880" indent="-182880">
              <a:lnSpc>
                <a:spcPct val="100000"/>
              </a:lnSpc>
              <a:spcBef>
                <a:spcPts val="1200"/>
              </a:spcBef>
              <a:buSzPct val="100000"/>
              <a:buFont typeface="Arial"/>
              <a:buChar char="•"/>
            </a:pPr>
            <a:endParaRPr lang="en-UA" sz="1800"/>
          </a:p>
        </p:txBody>
      </p:sp>
      <p:sp>
        <p:nvSpPr>
          <p:cNvPr id="27" name="TextBox 26">
            <a:hlinkClick r:id="rId2"/>
            <a:extLst>
              <a:ext uri="{FF2B5EF4-FFF2-40B4-BE49-F238E27FC236}">
                <a16:creationId xmlns:a16="http://schemas.microsoft.com/office/drawing/2014/main" id="{3B49823A-7AF5-044F-9AC4-462E8F6B83AF}"/>
              </a:ext>
            </a:extLst>
          </p:cNvPr>
          <p:cNvSpPr txBox="1"/>
          <p:nvPr userDrawn="1"/>
        </p:nvSpPr>
        <p:spPr>
          <a:xfrm>
            <a:off x="509427" y="1967202"/>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t>*To see a list of all offices, visit </a:t>
            </a:r>
            <a:r>
              <a:rPr lang="en-US" sz="1050" b="1" i="0" u="sng"/>
              <a:t>ust.com</a:t>
            </a:r>
          </a:p>
        </p:txBody>
      </p:sp>
      <p:sp>
        <p:nvSpPr>
          <p:cNvPr id="28" name="Square">
            <a:extLst>
              <a:ext uri="{FF2B5EF4-FFF2-40B4-BE49-F238E27FC236}">
                <a16:creationId xmlns:a16="http://schemas.microsoft.com/office/drawing/2014/main" id="{43873493-0727-294B-B0BE-14523BB19C1E}"/>
              </a:ext>
            </a:extLst>
          </p:cNvPr>
          <p:cNvSpPr>
            <a:spLocks noChangeAspect="1"/>
          </p:cNvSpPr>
          <p:nvPr userDrawn="1"/>
        </p:nvSpPr>
        <p:spPr bwMode="auto">
          <a:xfrm>
            <a:off x="7324387" y="2629500"/>
            <a:ext cx="114117" cy="113977"/>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Square">
            <a:extLst>
              <a:ext uri="{FF2B5EF4-FFF2-40B4-BE49-F238E27FC236}">
                <a16:creationId xmlns:a16="http://schemas.microsoft.com/office/drawing/2014/main" id="{3A2DB7C0-1311-AF4C-9A3B-DC7DB458EF9A}"/>
              </a:ext>
            </a:extLst>
          </p:cNvPr>
          <p:cNvSpPr>
            <a:spLocks noChangeAspect="1"/>
          </p:cNvSpPr>
          <p:nvPr userDrawn="1"/>
        </p:nvSpPr>
        <p:spPr bwMode="auto">
          <a:xfrm>
            <a:off x="10111486" y="336533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Square">
            <a:extLst>
              <a:ext uri="{FF2B5EF4-FFF2-40B4-BE49-F238E27FC236}">
                <a16:creationId xmlns:a16="http://schemas.microsoft.com/office/drawing/2014/main" id="{4F143F49-854A-4B43-9C24-DEBF6F460FD2}"/>
              </a:ext>
            </a:extLst>
          </p:cNvPr>
          <p:cNvSpPr>
            <a:spLocks noChangeAspect="1"/>
          </p:cNvSpPr>
          <p:nvPr userDrawn="1"/>
        </p:nvSpPr>
        <p:spPr bwMode="auto">
          <a:xfrm>
            <a:off x="8088234" y="30379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Square">
            <a:extLst>
              <a:ext uri="{FF2B5EF4-FFF2-40B4-BE49-F238E27FC236}">
                <a16:creationId xmlns:a16="http://schemas.microsoft.com/office/drawing/2014/main" id="{F7AD946B-A829-D745-82B6-EFBF765D7213}"/>
              </a:ext>
            </a:extLst>
          </p:cNvPr>
          <p:cNvSpPr>
            <a:spLocks noChangeAspect="1"/>
          </p:cNvSpPr>
          <p:nvPr userDrawn="1"/>
        </p:nvSpPr>
        <p:spPr bwMode="auto">
          <a:xfrm>
            <a:off x="9610701" y="3719326"/>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Square">
            <a:extLst>
              <a:ext uri="{FF2B5EF4-FFF2-40B4-BE49-F238E27FC236}">
                <a16:creationId xmlns:a16="http://schemas.microsoft.com/office/drawing/2014/main" id="{C5081E55-9FE9-CA4A-944E-A07EDD680733}"/>
              </a:ext>
            </a:extLst>
          </p:cNvPr>
          <p:cNvSpPr>
            <a:spLocks noChangeAspect="1"/>
          </p:cNvSpPr>
          <p:nvPr userDrawn="1"/>
        </p:nvSpPr>
        <p:spPr bwMode="auto">
          <a:xfrm>
            <a:off x="7240509" y="281886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Square">
            <a:extLst>
              <a:ext uri="{FF2B5EF4-FFF2-40B4-BE49-F238E27FC236}">
                <a16:creationId xmlns:a16="http://schemas.microsoft.com/office/drawing/2014/main" id="{DCC19668-0600-5044-A908-D7583AA0FFFE}"/>
              </a:ext>
            </a:extLst>
          </p:cNvPr>
          <p:cNvSpPr>
            <a:spLocks noChangeAspect="1"/>
          </p:cNvSpPr>
          <p:nvPr userDrawn="1"/>
        </p:nvSpPr>
        <p:spPr bwMode="auto">
          <a:xfrm>
            <a:off x="10715759" y="458560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 name="Square">
            <a:extLst>
              <a:ext uri="{FF2B5EF4-FFF2-40B4-BE49-F238E27FC236}">
                <a16:creationId xmlns:a16="http://schemas.microsoft.com/office/drawing/2014/main" id="{9668A2B1-0D6E-BF48-83A0-79889E0A21CD}"/>
              </a:ext>
            </a:extLst>
          </p:cNvPr>
          <p:cNvSpPr>
            <a:spLocks noChangeAspect="1"/>
          </p:cNvSpPr>
          <p:nvPr userDrawn="1"/>
        </p:nvSpPr>
        <p:spPr bwMode="auto">
          <a:xfrm>
            <a:off x="5138030" y="277332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TextBox 34">
            <a:extLst>
              <a:ext uri="{FF2B5EF4-FFF2-40B4-BE49-F238E27FC236}">
                <a16:creationId xmlns:a16="http://schemas.microsoft.com/office/drawing/2014/main" id="{51F22170-436C-415B-9A7D-40DA7DDB34F8}"/>
              </a:ext>
            </a:extLst>
          </p:cNvPr>
          <p:cNvSpPr txBox="1"/>
          <p:nvPr userDrawn="1"/>
        </p:nvSpPr>
        <p:spPr>
          <a:xfrm>
            <a:off x="2466926" y="3285572"/>
            <a:ext cx="2216761" cy="3323987"/>
          </a:xfrm>
          <a:prstGeom prst="rect">
            <a:avLst/>
          </a:prstGeom>
          <a:noFill/>
        </p:spPr>
        <p:txBody>
          <a:bodyPr wrap="none" lIns="0" tIns="0" rIns="0" bIns="0" rtlCol="0">
            <a:spAutoFit/>
          </a:bodyPr>
          <a:lstStyle/>
          <a:p>
            <a:pPr>
              <a:lnSpc>
                <a:spcPct val="100000"/>
              </a:lnSpc>
              <a:buSzPct val="100000"/>
            </a:pPr>
            <a:r>
              <a:rPr lang="en-US" sz="1200" b="1"/>
              <a:t>AMERICAS</a:t>
            </a:r>
          </a:p>
          <a:p>
            <a:pPr>
              <a:lnSpc>
                <a:spcPct val="100000"/>
              </a:lnSpc>
              <a:buSzPct val="100000"/>
            </a:pPr>
            <a:r>
              <a:rPr lang="en-US" sz="1200"/>
              <a:t>Global HQ – Orange County, CA</a:t>
            </a:r>
          </a:p>
          <a:p>
            <a:pPr>
              <a:buSzPct val="100000"/>
            </a:pPr>
            <a:r>
              <a:rPr lang="en-US" sz="1200"/>
              <a:t>Bentonville, AR</a:t>
            </a:r>
          </a:p>
          <a:p>
            <a:pPr>
              <a:lnSpc>
                <a:spcPct val="100000"/>
              </a:lnSpc>
              <a:buSzPct val="100000"/>
            </a:pPr>
            <a:r>
              <a:rPr lang="en-US" sz="1200"/>
              <a:t>Chicago, IL</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Norfolk, VA</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Sidney, NE</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Seattle, WA</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Columbus, OH</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Atlanta, GA</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Vancouver BC</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Guadalajara</a:t>
            </a:r>
          </a:p>
          <a:p>
            <a:pPr>
              <a:buSzPct val="100000"/>
            </a:pPr>
            <a:r>
              <a:rPr lang="en-US" sz="1200"/>
              <a:t>Leon</a:t>
            </a:r>
          </a:p>
          <a:p>
            <a:pPr>
              <a:buSzPct val="100000"/>
            </a:pPr>
            <a:r>
              <a:rPr lang="en-US" sz="1200"/>
              <a:t>San Jose</a:t>
            </a:r>
          </a:p>
          <a:p>
            <a:pPr>
              <a:buSzPct val="100000"/>
            </a:pPr>
            <a:r>
              <a:rPr lang="en-US" sz="1200"/>
              <a:t>Bogota</a:t>
            </a:r>
          </a:p>
          <a:p>
            <a:pPr>
              <a:buSzPct val="100000"/>
            </a:pPr>
            <a:r>
              <a:rPr lang="en-US" sz="1200"/>
              <a:t>Santiago</a:t>
            </a:r>
          </a:p>
          <a:p>
            <a:pPr>
              <a:buSzPct val="100000"/>
            </a:pPr>
            <a:r>
              <a:rPr lang="en-US" sz="1200"/>
              <a:t>Lima</a:t>
            </a:r>
          </a:p>
          <a:p>
            <a:pPr>
              <a:buSzPct val="100000"/>
            </a:pPr>
            <a:endParaRPr lang="en-US" sz="1200"/>
          </a:p>
          <a:p>
            <a:pPr>
              <a:buSzPct val="100000"/>
            </a:pPr>
            <a:endParaRPr lang="en-US" sz="1200"/>
          </a:p>
        </p:txBody>
      </p:sp>
      <p:sp>
        <p:nvSpPr>
          <p:cNvPr id="36" name="TextBox 35">
            <a:extLst>
              <a:ext uri="{FF2B5EF4-FFF2-40B4-BE49-F238E27FC236}">
                <a16:creationId xmlns:a16="http://schemas.microsoft.com/office/drawing/2014/main" id="{C2DCDC80-FFB3-4C45-9D2A-41BE10E24146}"/>
              </a:ext>
            </a:extLst>
          </p:cNvPr>
          <p:cNvSpPr txBox="1"/>
          <p:nvPr userDrawn="1"/>
        </p:nvSpPr>
        <p:spPr>
          <a:xfrm>
            <a:off x="6814623" y="4126499"/>
            <a:ext cx="690895" cy="2585323"/>
          </a:xfrm>
          <a:prstGeom prst="rect">
            <a:avLst/>
          </a:prstGeom>
          <a:noFill/>
        </p:spPr>
        <p:txBody>
          <a:bodyPr wrap="none" lIns="0" tIns="0" rIns="0" bIns="0" rtlCol="0">
            <a:spAutoFit/>
          </a:bodyPr>
          <a:lstStyle/>
          <a:p>
            <a:pPr>
              <a:lnSpc>
                <a:spcPct val="100000"/>
              </a:lnSpc>
              <a:buSzPct val="100000"/>
            </a:pPr>
            <a:r>
              <a:rPr lang="en-US" sz="1200" b="1"/>
              <a:t>EMEA</a:t>
            </a:r>
          </a:p>
          <a:p>
            <a:pPr>
              <a:buSzPct val="100000"/>
            </a:pPr>
            <a:r>
              <a:rPr lang="en-US" sz="1200"/>
              <a:t>London</a:t>
            </a:r>
          </a:p>
          <a:p>
            <a:pPr>
              <a:buSzPct val="100000"/>
            </a:pPr>
            <a:r>
              <a:rPr lang="en-US" sz="1200"/>
              <a:t>Madrid</a:t>
            </a:r>
          </a:p>
          <a:p>
            <a:pPr>
              <a:buSzPct val="100000"/>
            </a:pPr>
            <a:r>
              <a:rPr lang="en-US" sz="1200"/>
              <a:t>Tel Aviv </a:t>
            </a:r>
          </a:p>
          <a:p>
            <a:pPr>
              <a:buSzPct val="100000"/>
            </a:pPr>
            <a:r>
              <a:rPr lang="en-US" sz="1200"/>
              <a:t>Berlin</a:t>
            </a:r>
          </a:p>
          <a:p>
            <a:pPr>
              <a:buSzPct val="100000"/>
            </a:pPr>
            <a:r>
              <a:rPr lang="en-US" sz="1200"/>
              <a:t>Lisbon</a:t>
            </a:r>
          </a:p>
          <a:p>
            <a:pPr>
              <a:buSzPct val="100000"/>
            </a:pPr>
            <a:r>
              <a:rPr lang="en-US" sz="1200"/>
              <a:t>Paris</a:t>
            </a:r>
          </a:p>
          <a:p>
            <a:pPr>
              <a:lnSpc>
                <a:spcPct val="100000"/>
              </a:lnSpc>
              <a:buSzPct val="100000"/>
            </a:pPr>
            <a:r>
              <a:rPr lang="en-US" sz="1200"/>
              <a:t>Leeds</a:t>
            </a:r>
          </a:p>
          <a:p>
            <a:pPr>
              <a:lnSpc>
                <a:spcPct val="100000"/>
              </a:lnSpc>
              <a:buSzPct val="100000"/>
            </a:pPr>
            <a:r>
              <a:rPr lang="en-US" sz="1200"/>
              <a:t>Gdansk</a:t>
            </a:r>
          </a:p>
          <a:p>
            <a:pPr>
              <a:lnSpc>
                <a:spcPct val="100000"/>
              </a:lnSpc>
              <a:buSzPct val="100000"/>
            </a:pPr>
            <a:r>
              <a:rPr lang="en-US" sz="1200"/>
              <a:t>Bucharest</a:t>
            </a:r>
          </a:p>
          <a:p>
            <a:pPr>
              <a:lnSpc>
                <a:spcPct val="100000"/>
              </a:lnSpc>
              <a:buSzPct val="100000"/>
            </a:pPr>
            <a:r>
              <a:rPr lang="en-US" sz="1200"/>
              <a:t>Sofia</a:t>
            </a:r>
          </a:p>
          <a:p>
            <a:pPr>
              <a:lnSpc>
                <a:spcPct val="100000"/>
              </a:lnSpc>
              <a:buSzPct val="100000"/>
            </a:pPr>
            <a:r>
              <a:rPr lang="en-US" sz="1200"/>
              <a:t>Helmond</a:t>
            </a:r>
          </a:p>
          <a:p>
            <a:pPr>
              <a:lnSpc>
                <a:spcPct val="100000"/>
              </a:lnSpc>
              <a:buSzPct val="100000"/>
            </a:pPr>
            <a:r>
              <a:rPr lang="en-US" sz="1200"/>
              <a:t>Barcelona</a:t>
            </a:r>
          </a:p>
          <a:p>
            <a:pPr>
              <a:lnSpc>
                <a:spcPct val="100000"/>
              </a:lnSpc>
              <a:buSzPct val="100000"/>
            </a:pPr>
            <a:endParaRPr lang="en-US" sz="1200"/>
          </a:p>
        </p:txBody>
      </p:sp>
      <p:sp>
        <p:nvSpPr>
          <p:cNvPr id="37" name="TextBox 36">
            <a:extLst>
              <a:ext uri="{FF2B5EF4-FFF2-40B4-BE49-F238E27FC236}">
                <a16:creationId xmlns:a16="http://schemas.microsoft.com/office/drawing/2014/main" id="{38A4B4B5-8FC4-4EBA-938F-033C623B4C7A}"/>
              </a:ext>
            </a:extLst>
          </p:cNvPr>
          <p:cNvSpPr txBox="1"/>
          <p:nvPr userDrawn="1"/>
        </p:nvSpPr>
        <p:spPr>
          <a:xfrm>
            <a:off x="7714985" y="5751966"/>
            <a:ext cx="855586" cy="738664"/>
          </a:xfrm>
          <a:prstGeom prst="rect">
            <a:avLst/>
          </a:prstGeom>
          <a:noFill/>
        </p:spPr>
        <p:txBody>
          <a:bodyPr wrap="square" lIns="0" tIns="0" rIns="0" bIns="0" rtlCol="0">
            <a:spAutoFit/>
          </a:bodyPr>
          <a:lstStyle/>
          <a:p>
            <a:pPr>
              <a:lnSpc>
                <a:spcPct val="100000"/>
              </a:lnSpc>
              <a:buSzPct val="100000"/>
            </a:pPr>
            <a:r>
              <a:rPr lang="en-US" sz="1200" b="0"/>
              <a:t>Bilbao Salamanca Valencia Zaragoza</a:t>
            </a:r>
          </a:p>
        </p:txBody>
      </p:sp>
      <p:sp>
        <p:nvSpPr>
          <p:cNvPr id="38" name="TextBox 37">
            <a:extLst>
              <a:ext uri="{FF2B5EF4-FFF2-40B4-BE49-F238E27FC236}">
                <a16:creationId xmlns:a16="http://schemas.microsoft.com/office/drawing/2014/main" id="{1B68DEBF-1B8C-405C-8201-C6AA4C937545}"/>
              </a:ext>
            </a:extLst>
          </p:cNvPr>
          <p:cNvSpPr txBox="1"/>
          <p:nvPr userDrawn="1"/>
        </p:nvSpPr>
        <p:spPr>
          <a:xfrm>
            <a:off x="8822733" y="4060866"/>
            <a:ext cx="1014581" cy="1846659"/>
          </a:xfrm>
          <a:prstGeom prst="rect">
            <a:avLst/>
          </a:prstGeom>
          <a:noFill/>
        </p:spPr>
        <p:txBody>
          <a:bodyPr wrap="square" lIns="0" tIns="0" rIns="0" bIns="0" rtlCol="0">
            <a:spAutoFit/>
          </a:bodyPr>
          <a:lstStyle/>
          <a:p>
            <a:pPr>
              <a:buSzPct val="100000"/>
            </a:pPr>
            <a:r>
              <a:rPr lang="en-US" sz="1200" b="1"/>
              <a:t>INDIA</a:t>
            </a:r>
          </a:p>
          <a:p>
            <a:pPr>
              <a:buSzPct val="100000"/>
            </a:pPr>
            <a:r>
              <a:rPr lang="en-US" sz="1200"/>
              <a:t>Trivandrum</a:t>
            </a:r>
          </a:p>
          <a:p>
            <a:pPr>
              <a:buSzPct val="100000"/>
            </a:pPr>
            <a:r>
              <a:rPr lang="en-US" sz="1200"/>
              <a:t>Bangalore</a:t>
            </a:r>
          </a:p>
          <a:p>
            <a:pPr>
              <a:buSzPct val="100000"/>
            </a:pPr>
            <a:r>
              <a:rPr lang="en-US" sz="1200"/>
              <a:t>Chennai</a:t>
            </a:r>
          </a:p>
          <a:p>
            <a:pPr>
              <a:buSzPct val="100000"/>
            </a:pPr>
            <a:r>
              <a:rPr lang="en-US" sz="1200"/>
              <a:t>Hyderabad</a:t>
            </a:r>
          </a:p>
          <a:p>
            <a:pPr>
              <a:buSzPct val="100000"/>
            </a:pPr>
            <a:r>
              <a:rPr lang="en-US" sz="1200"/>
              <a:t>Kochi</a:t>
            </a:r>
          </a:p>
          <a:p>
            <a:pPr>
              <a:buSzPct val="100000"/>
            </a:pPr>
            <a:r>
              <a:rPr lang="en-US" sz="1200"/>
              <a:t>Delhi</a:t>
            </a:r>
          </a:p>
          <a:p>
            <a:pPr>
              <a:buSzPct val="100000"/>
            </a:pPr>
            <a:r>
              <a:rPr lang="en-US" sz="1200"/>
              <a:t>Coimbatore Hosur </a:t>
            </a:r>
          </a:p>
          <a:p>
            <a:pPr>
              <a:buSzPct val="100000"/>
            </a:pPr>
            <a:r>
              <a:rPr lang="en-US" sz="1200"/>
              <a:t>Pune</a:t>
            </a:r>
          </a:p>
        </p:txBody>
      </p:sp>
      <p:sp>
        <p:nvSpPr>
          <p:cNvPr id="39" name="TextBox 38">
            <a:extLst>
              <a:ext uri="{FF2B5EF4-FFF2-40B4-BE49-F238E27FC236}">
                <a16:creationId xmlns:a16="http://schemas.microsoft.com/office/drawing/2014/main" id="{DEEF1C05-F2FE-4646-AD1B-B0CE35229B79}"/>
              </a:ext>
            </a:extLst>
          </p:cNvPr>
          <p:cNvSpPr txBox="1"/>
          <p:nvPr userDrawn="1"/>
        </p:nvSpPr>
        <p:spPr>
          <a:xfrm>
            <a:off x="10931624" y="2768161"/>
            <a:ext cx="697307" cy="1477328"/>
          </a:xfrm>
          <a:prstGeom prst="rect">
            <a:avLst/>
          </a:prstGeom>
          <a:noFill/>
        </p:spPr>
        <p:txBody>
          <a:bodyPr wrap="none" lIns="0" tIns="0" rIns="0" bIns="0" rtlCol="0">
            <a:spAutoFit/>
          </a:bodyPr>
          <a:lstStyle/>
          <a:p>
            <a:pPr>
              <a:lnSpc>
                <a:spcPct val="100000"/>
              </a:lnSpc>
              <a:buSzPct val="100000"/>
            </a:pPr>
            <a:r>
              <a:rPr lang="en-US" sz="1200" b="1"/>
              <a:t>APAC</a:t>
            </a:r>
          </a:p>
          <a:p>
            <a:pPr>
              <a:buSzPct val="100000"/>
            </a:pPr>
            <a:r>
              <a:rPr lang="en-US" sz="1200"/>
              <a:t>Singapore</a:t>
            </a:r>
          </a:p>
          <a:p>
            <a:pPr>
              <a:buSzPct val="100000"/>
            </a:pPr>
            <a:r>
              <a:rPr lang="en-US" sz="1200"/>
              <a:t>Manila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200"/>
              <a:t>Sydney</a:t>
            </a:r>
          </a:p>
          <a:p>
            <a:pPr>
              <a:buSzPct val="100000"/>
            </a:pPr>
            <a:r>
              <a:rPr lang="en-US" sz="1200"/>
              <a:t>Penang</a:t>
            </a:r>
          </a:p>
          <a:p>
            <a:pPr>
              <a:buSzPct val="100000"/>
            </a:pPr>
            <a:r>
              <a:rPr lang="en-US" sz="1200"/>
              <a:t>Shanghai</a:t>
            </a:r>
          </a:p>
          <a:p>
            <a:pPr>
              <a:buSzPct val="100000"/>
            </a:pPr>
            <a:r>
              <a:rPr lang="en-US" sz="1200"/>
              <a:t>Taipei</a:t>
            </a:r>
          </a:p>
          <a:p>
            <a:pPr>
              <a:buSzPct val="100000"/>
            </a:pPr>
            <a:r>
              <a:rPr lang="en-US" sz="1200" b="0"/>
              <a:t>Cyberjaya</a:t>
            </a:r>
          </a:p>
        </p:txBody>
      </p:sp>
      <p:sp>
        <p:nvSpPr>
          <p:cNvPr id="40" name="Square">
            <a:extLst>
              <a:ext uri="{FF2B5EF4-FFF2-40B4-BE49-F238E27FC236}">
                <a16:creationId xmlns:a16="http://schemas.microsoft.com/office/drawing/2014/main" id="{D580DFEE-BFAA-4319-BEFF-5387C8640F34}"/>
              </a:ext>
            </a:extLst>
          </p:cNvPr>
          <p:cNvSpPr>
            <a:spLocks noChangeAspect="1"/>
          </p:cNvSpPr>
          <p:nvPr userDrawn="1"/>
        </p:nvSpPr>
        <p:spPr bwMode="auto">
          <a:xfrm>
            <a:off x="4476361" y="2479607"/>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1" name="Square">
            <a:extLst>
              <a:ext uri="{FF2B5EF4-FFF2-40B4-BE49-F238E27FC236}">
                <a16:creationId xmlns:a16="http://schemas.microsoft.com/office/drawing/2014/main" id="{F8ED0620-0F01-49C7-A641-00E8278E02DC}"/>
              </a:ext>
            </a:extLst>
          </p:cNvPr>
          <p:cNvSpPr>
            <a:spLocks noChangeAspect="1"/>
          </p:cNvSpPr>
          <p:nvPr userDrawn="1"/>
        </p:nvSpPr>
        <p:spPr bwMode="auto">
          <a:xfrm>
            <a:off x="4914279" y="265104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Square">
            <a:extLst>
              <a:ext uri="{FF2B5EF4-FFF2-40B4-BE49-F238E27FC236}">
                <a16:creationId xmlns:a16="http://schemas.microsoft.com/office/drawing/2014/main" id="{D0BE905E-103E-4DAF-A10F-92EA53AE9452}"/>
              </a:ext>
            </a:extLst>
          </p:cNvPr>
          <p:cNvSpPr>
            <a:spLocks noChangeAspect="1"/>
          </p:cNvSpPr>
          <p:nvPr userDrawn="1"/>
        </p:nvSpPr>
        <p:spPr bwMode="auto">
          <a:xfrm>
            <a:off x="5409623" y="292400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3" name="Square">
            <a:extLst>
              <a:ext uri="{FF2B5EF4-FFF2-40B4-BE49-F238E27FC236}">
                <a16:creationId xmlns:a16="http://schemas.microsoft.com/office/drawing/2014/main" id="{0D1D5D65-033C-43BF-A835-87164231DB30}"/>
              </a:ext>
            </a:extLst>
          </p:cNvPr>
          <p:cNvSpPr>
            <a:spLocks noChangeAspect="1"/>
          </p:cNvSpPr>
          <p:nvPr userDrawn="1"/>
        </p:nvSpPr>
        <p:spPr bwMode="auto">
          <a:xfrm>
            <a:off x="4547987" y="265392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Square">
            <a:extLst>
              <a:ext uri="{FF2B5EF4-FFF2-40B4-BE49-F238E27FC236}">
                <a16:creationId xmlns:a16="http://schemas.microsoft.com/office/drawing/2014/main" id="{A7F9CBB5-BFE6-43F2-B356-0E4FBFB8BAFD}"/>
              </a:ext>
            </a:extLst>
          </p:cNvPr>
          <p:cNvSpPr>
            <a:spLocks noChangeAspect="1"/>
          </p:cNvSpPr>
          <p:nvPr userDrawn="1"/>
        </p:nvSpPr>
        <p:spPr bwMode="auto">
          <a:xfrm>
            <a:off x="5330981" y="358017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Square">
            <a:extLst>
              <a:ext uri="{FF2B5EF4-FFF2-40B4-BE49-F238E27FC236}">
                <a16:creationId xmlns:a16="http://schemas.microsoft.com/office/drawing/2014/main" id="{9674ED3A-F5AA-4B4E-9451-A8133E3904A8}"/>
              </a:ext>
            </a:extLst>
          </p:cNvPr>
          <p:cNvSpPr>
            <a:spLocks noChangeAspect="1"/>
          </p:cNvSpPr>
          <p:nvPr userDrawn="1"/>
        </p:nvSpPr>
        <p:spPr bwMode="auto">
          <a:xfrm>
            <a:off x="5651021" y="375162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Square">
            <a:extLst>
              <a:ext uri="{FF2B5EF4-FFF2-40B4-BE49-F238E27FC236}">
                <a16:creationId xmlns:a16="http://schemas.microsoft.com/office/drawing/2014/main" id="{0F46294E-5101-4B8D-B2F6-3615C2814481}"/>
              </a:ext>
            </a:extLst>
          </p:cNvPr>
          <p:cNvSpPr>
            <a:spLocks noChangeAspect="1"/>
          </p:cNvSpPr>
          <p:nvPr userDrawn="1"/>
        </p:nvSpPr>
        <p:spPr bwMode="auto">
          <a:xfrm>
            <a:off x="5479571" y="400308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7" name="Square">
            <a:extLst>
              <a:ext uri="{FF2B5EF4-FFF2-40B4-BE49-F238E27FC236}">
                <a16:creationId xmlns:a16="http://schemas.microsoft.com/office/drawing/2014/main" id="{320907C3-F2B8-42EE-9EB9-798F87B69108}"/>
              </a:ext>
            </a:extLst>
          </p:cNvPr>
          <p:cNvSpPr>
            <a:spLocks noChangeAspect="1"/>
          </p:cNvSpPr>
          <p:nvPr userDrawn="1"/>
        </p:nvSpPr>
        <p:spPr bwMode="auto">
          <a:xfrm>
            <a:off x="7210484" y="2297025"/>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Square">
            <a:extLst>
              <a:ext uri="{FF2B5EF4-FFF2-40B4-BE49-F238E27FC236}">
                <a16:creationId xmlns:a16="http://schemas.microsoft.com/office/drawing/2014/main" id="{D8F80505-DD30-4FDF-93D7-C57DA28A79A6}"/>
              </a:ext>
            </a:extLst>
          </p:cNvPr>
          <p:cNvSpPr>
            <a:spLocks noChangeAspect="1"/>
          </p:cNvSpPr>
          <p:nvPr userDrawn="1"/>
        </p:nvSpPr>
        <p:spPr bwMode="auto">
          <a:xfrm>
            <a:off x="7564061" y="247097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Square">
            <a:extLst>
              <a:ext uri="{FF2B5EF4-FFF2-40B4-BE49-F238E27FC236}">
                <a16:creationId xmlns:a16="http://schemas.microsoft.com/office/drawing/2014/main" id="{FC343C01-6A0B-4831-99D1-1C877FF0F01B}"/>
              </a:ext>
            </a:extLst>
          </p:cNvPr>
          <p:cNvSpPr>
            <a:spLocks noChangeAspect="1"/>
          </p:cNvSpPr>
          <p:nvPr userDrawn="1"/>
        </p:nvSpPr>
        <p:spPr bwMode="auto">
          <a:xfrm>
            <a:off x="7918391" y="226523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Square">
            <a:extLst>
              <a:ext uri="{FF2B5EF4-FFF2-40B4-BE49-F238E27FC236}">
                <a16:creationId xmlns:a16="http://schemas.microsoft.com/office/drawing/2014/main" id="{48521FF2-2FCC-486F-BA0A-60708659484B}"/>
              </a:ext>
            </a:extLst>
          </p:cNvPr>
          <p:cNvSpPr>
            <a:spLocks noChangeAspect="1"/>
          </p:cNvSpPr>
          <p:nvPr userDrawn="1"/>
        </p:nvSpPr>
        <p:spPr bwMode="auto">
          <a:xfrm>
            <a:off x="8063400" y="271628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Square">
            <a:extLst>
              <a:ext uri="{FF2B5EF4-FFF2-40B4-BE49-F238E27FC236}">
                <a16:creationId xmlns:a16="http://schemas.microsoft.com/office/drawing/2014/main" id="{0CB3A543-13AE-4CC2-A67B-6586B39BF179}"/>
              </a:ext>
            </a:extLst>
          </p:cNvPr>
          <p:cNvSpPr>
            <a:spLocks noChangeAspect="1"/>
          </p:cNvSpPr>
          <p:nvPr userDrawn="1"/>
        </p:nvSpPr>
        <p:spPr bwMode="auto">
          <a:xfrm>
            <a:off x="7914810" y="284201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Square">
            <a:extLst>
              <a:ext uri="{FF2B5EF4-FFF2-40B4-BE49-F238E27FC236}">
                <a16:creationId xmlns:a16="http://schemas.microsoft.com/office/drawing/2014/main" id="{76C3C4D0-7BDC-4381-A142-6C1A70FBC5CE}"/>
              </a:ext>
            </a:extLst>
          </p:cNvPr>
          <p:cNvSpPr>
            <a:spLocks noChangeAspect="1"/>
          </p:cNvSpPr>
          <p:nvPr userDrawn="1"/>
        </p:nvSpPr>
        <p:spPr bwMode="auto">
          <a:xfrm>
            <a:off x="9102937" y="3461189"/>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Square">
            <a:extLst>
              <a:ext uri="{FF2B5EF4-FFF2-40B4-BE49-F238E27FC236}">
                <a16:creationId xmlns:a16="http://schemas.microsoft.com/office/drawing/2014/main" id="{E97C60D6-5152-44D5-A1A6-3BD0A6C4B24B}"/>
              </a:ext>
            </a:extLst>
          </p:cNvPr>
          <p:cNvSpPr>
            <a:spLocks noChangeAspect="1"/>
          </p:cNvSpPr>
          <p:nvPr userDrawn="1"/>
        </p:nvSpPr>
        <p:spPr bwMode="auto">
          <a:xfrm>
            <a:off x="8945438" y="333507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602511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numCol="2" spcCol="941832"/>
          <a:lstStyle>
            <a:lvl1pPr marL="0" indent="0">
              <a:buFontTx/>
              <a:buNone/>
              <a:tabLst>
                <a:tab pos="5254625" algn="r"/>
              </a:tabLst>
              <a:defRPr/>
            </a:lvl1pPr>
            <a:lvl2pPr marL="182880" indent="-182563">
              <a:tabLst>
                <a:tab pos="5254625" algn="r"/>
              </a:tabLst>
              <a:defRPr/>
            </a:lvl2pPr>
            <a:lvl3pPr marL="365760" indent="-182563">
              <a:tabLst>
                <a:tab pos="5254625" algn="r"/>
              </a:tabLst>
              <a:defRPr/>
            </a:lvl3pPr>
            <a:lvl4pPr marL="548640" indent="-182563">
              <a:tabLst>
                <a:tab pos="5254625" algn="r"/>
              </a:tabLst>
              <a:defRPr/>
            </a:lvl4pPr>
            <a:lvl5pPr marL="731520" indent="-182563">
              <a:tabLst>
                <a:tab pos="5254625" algn="r"/>
              </a:tabLst>
              <a:defRPr/>
            </a:lvl5pPr>
            <a:lvl6pPr marL="914400" indent="-182563">
              <a:tabLst>
                <a:tab pos="5254625" algn="r"/>
              </a:tabLst>
              <a:defRPr/>
            </a:lvl6pPr>
            <a:lvl7pPr marL="1097280" indent="-182563">
              <a:tabLst>
                <a:tab pos="5254625" algn="r"/>
              </a:tabLst>
              <a:defRPr/>
            </a:lvl7pPr>
            <a:lvl8pPr marL="1280160" indent="-182563">
              <a:tabLst>
                <a:tab pos="5254625" algn="r"/>
              </a:tabLst>
              <a:defRPr/>
            </a:lvl8pPr>
            <a:lvl9pPr marL="1463040" indent="-182563">
              <a:tabLst>
                <a:tab pos="5254625" algn="r"/>
              </a:tabLst>
              <a:defRPr/>
            </a:lvl9pPr>
          </a:lstStyle>
          <a:p>
            <a:pPr lvl="0"/>
            <a:r>
              <a:rPr lang="en-US"/>
              <a:t>[Agenda item]</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2097652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Tree>
    <p:extLst>
      <p:ext uri="{BB962C8B-B14F-4D97-AF65-F5344CB8AC3E}">
        <p14:creationId xmlns:p14="http://schemas.microsoft.com/office/powerpoint/2010/main" val="1793625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p15:clr>
            <a:srgbClr val="FBAE40"/>
          </p15:clr>
        </p15:guide>
        <p15:guide id="2" pos="2700">
          <p15:clr>
            <a:srgbClr val="FBAE40"/>
          </p15:clr>
        </p15:guide>
        <p15:guide id="3" orient="horz" pos="1266">
          <p15:clr>
            <a:srgbClr val="FBAE40"/>
          </p15:clr>
        </p15:guide>
        <p15:guide id="5" orient="horz" pos="4148">
          <p15:clr>
            <a:srgbClr val="FBAE40"/>
          </p15:clr>
        </p15:guide>
        <p15:guide id="6" pos="4978">
          <p15:clr>
            <a:srgbClr val="FBAE40"/>
          </p15:clr>
        </p15:guide>
        <p15:guide id="7" pos="5172">
          <p15:clr>
            <a:srgbClr val="FBAE40"/>
          </p15:clr>
        </p15:guide>
        <p15:guide id="8" orient="horz" pos="368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4089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44514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2609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3260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1751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p15:clr>
            <a:srgbClr val="FBAE40"/>
          </p15:clr>
        </p15:guide>
        <p15:guide id="4" pos="5172">
          <p15:clr>
            <a:srgbClr val="FBAE40"/>
          </p15:clr>
        </p15:guide>
        <p15:guide id="5" orient="horz" pos="3832">
          <p15:clr>
            <a:srgbClr val="FBAE40"/>
          </p15:clr>
        </p15:guide>
        <p15:guide id="6" orient="horz" pos="1152">
          <p15:clr>
            <a:srgbClr val="FBAE40"/>
          </p15:clr>
        </p15:guide>
        <p15:guide id="7" orient="horz" pos="414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5542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defRPr>
            </a:lvl1pPr>
            <a:lvl2pPr marL="182880">
              <a:spcBef>
                <a:spcPts val="1200"/>
              </a:spcBef>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mn-lt"/>
                <a:cs typeface="Trebuchet MS"/>
              </a:rPr>
              <a:t> </a:t>
            </a:r>
            <a:fld id="{110FD68B-4EE4-9D43-89F2-B87D6C9CEE3A}" type="slidenum">
              <a:rPr lang="en-US" sz="800" smtClean="0">
                <a:solidFill>
                  <a:schemeClr val="bg1"/>
                </a:solidFill>
                <a:latin typeface="+mn-lt"/>
                <a:cs typeface="Trebuchet MS"/>
              </a:rPr>
              <a:pPr algn="r"/>
              <a:t>‹#›</a:t>
            </a:fld>
            <a:endParaRPr lang="en-US" sz="800">
              <a:solidFill>
                <a:schemeClr val="bg1"/>
              </a:solidFill>
              <a:latin typeface="+mn-lt"/>
              <a:cs typeface="Trebuchet MS"/>
            </a:endParaRPr>
          </a:p>
        </p:txBody>
      </p:sp>
    </p:spTree>
    <p:extLst>
      <p:ext uri="{BB962C8B-B14F-4D97-AF65-F5344CB8AC3E}">
        <p14:creationId xmlns:p14="http://schemas.microsoft.com/office/powerpoint/2010/main" val="215131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19929881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defRPr>
            </a:lvl1pPr>
          </a:lstStyle>
          <a:p>
            <a:r>
              <a:rPr lang="en-US"/>
              <a:t>[Click icon to insert photo]</a:t>
            </a:r>
          </a:p>
        </p:txBody>
      </p:sp>
    </p:spTree>
    <p:extLst>
      <p:ext uri="{BB962C8B-B14F-4D97-AF65-F5344CB8AC3E}">
        <p14:creationId xmlns:p14="http://schemas.microsoft.com/office/powerpoint/2010/main" val="25752877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p15:clr>
            <a:srgbClr val="FBAE40"/>
          </p15:clr>
        </p15:guide>
        <p15:guide id="6" pos="393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userDrawn="1"/>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p>
            <a:r>
              <a:rPr lang="en-US"/>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34892936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userDrawn="1"/>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0" name="Rectangle 29">
            <a:extLst>
              <a:ext uri="{FF2B5EF4-FFF2-40B4-BE49-F238E27FC236}">
                <a16:creationId xmlns:a16="http://schemas.microsoft.com/office/drawing/2014/main" id="{17D3E450-F0B4-AE4F-A018-48E5825AD249}"/>
              </a:ext>
            </a:extLst>
          </p:cNvPr>
          <p:cNvSpPr/>
          <p:nvPr userDrawn="1"/>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1" name="Rectangle 30">
            <a:extLst>
              <a:ext uri="{FF2B5EF4-FFF2-40B4-BE49-F238E27FC236}">
                <a16:creationId xmlns:a16="http://schemas.microsoft.com/office/drawing/2014/main" id="{EB2F3EF2-AD8F-BA42-80FD-6B2B75404CBE}"/>
              </a:ext>
            </a:extLst>
          </p:cNvPr>
          <p:cNvSpPr/>
          <p:nvPr userDrawn="1"/>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7" name="Rectangle 26">
            <a:extLst>
              <a:ext uri="{FF2B5EF4-FFF2-40B4-BE49-F238E27FC236}">
                <a16:creationId xmlns:a16="http://schemas.microsoft.com/office/drawing/2014/main" id="{A939AD89-F192-FF4C-9FDE-8CDC37E3A118}"/>
              </a:ext>
            </a:extLst>
          </p:cNvPr>
          <p:cNvSpPr/>
          <p:nvPr userDrawn="1"/>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8" name="Rectangle 27">
            <a:extLst>
              <a:ext uri="{FF2B5EF4-FFF2-40B4-BE49-F238E27FC236}">
                <a16:creationId xmlns:a16="http://schemas.microsoft.com/office/drawing/2014/main" id="{0F78E8BA-7299-5B4B-90EF-16DDCFF61B65}"/>
              </a:ext>
            </a:extLst>
          </p:cNvPr>
          <p:cNvSpPr/>
          <p:nvPr userDrawn="1"/>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Rectangle 1">
            <a:extLst>
              <a:ext uri="{FF2B5EF4-FFF2-40B4-BE49-F238E27FC236}">
                <a16:creationId xmlns:a16="http://schemas.microsoft.com/office/drawing/2014/main" id="{E39CEA8B-A2F8-3B4B-92B2-F430FA70E5D8}"/>
              </a:ext>
            </a:extLst>
          </p:cNvPr>
          <p:cNvSpPr/>
          <p:nvPr userDrawn="1"/>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Shape 254">
            <a:extLst>
              <a:ext uri="{FF2B5EF4-FFF2-40B4-BE49-F238E27FC236}">
                <a16:creationId xmlns:a16="http://schemas.microsoft.com/office/drawing/2014/main" id="{75862DAC-BC9F-534C-9C89-CE60499DB282}"/>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userDrawn="1"/>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1350034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defRPr>
            </a:lvl1pPr>
            <a:lvl2pPr marL="182880" indent="-182880">
              <a:spcBef>
                <a:spcPts val="1200"/>
              </a:spcBef>
              <a:buFont typeface="Arial" panose="020B0604020202020204" pitchFamily="34" charset="0"/>
              <a:buChar char="•"/>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[Statement]</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3124256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a:t>[Statement]</a:t>
            </a:r>
          </a:p>
        </p:txBody>
      </p:sp>
    </p:spTree>
    <p:extLst>
      <p:ext uri="{BB962C8B-B14F-4D97-AF65-F5344CB8AC3E}">
        <p14:creationId xmlns:p14="http://schemas.microsoft.com/office/powerpoint/2010/main" val="2158925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9357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3384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6926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463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305882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4784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586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9436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Tree>
    <p:extLst>
      <p:ext uri="{BB962C8B-B14F-4D97-AF65-F5344CB8AC3E}">
        <p14:creationId xmlns:p14="http://schemas.microsoft.com/office/powerpoint/2010/main" val="4272928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p>
            <a:r>
              <a:rPr lang="en-US"/>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a:t>
            </a:r>
            <a:r>
              <a:rPr lang="en-US" err="1"/>
              <a:t>Firstname</a:t>
            </a:r>
            <a:r>
              <a:rPr lang="en-US"/>
              <a:t> </a:t>
            </a:r>
            <a:r>
              <a:rPr lang="en-US" err="1"/>
              <a:t>Lastname</a:t>
            </a:r>
            <a:r>
              <a:rPr lang="en-US"/>
              <a:t>]</a:t>
            </a:r>
          </a:p>
          <a:p>
            <a:pPr lvl="1"/>
            <a:r>
              <a:rPr lang="en-US"/>
              <a:t>[Title, Region]</a:t>
            </a:r>
          </a:p>
          <a:p>
            <a:pPr lvl="2"/>
            <a:r>
              <a:rPr lang="en-US"/>
              <a:t>[Summary]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[Sector]</a:t>
            </a:r>
          </a:p>
          <a:p>
            <a:pPr lvl="1"/>
            <a:r>
              <a:rPr lang="en-US"/>
              <a:t>[00 years of experience]</a:t>
            </a:r>
          </a:p>
          <a:p>
            <a:pPr lvl="2"/>
            <a:r>
              <a:rPr lang="en-US"/>
              <a:t>[Biography]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1287765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p15:clr>
            <a:srgbClr val="FBAE40"/>
          </p15:clr>
        </p15:guide>
        <p15:guide id="2" pos="4580">
          <p15:clr>
            <a:srgbClr val="FBAE40"/>
          </p15:clr>
        </p15:guide>
        <p15:guide id="3" orient="horz" pos="1152">
          <p15:clr>
            <a:srgbClr val="FBAE40"/>
          </p15:clr>
        </p15:guide>
        <p15:guide id="4" orient="horz" pos="3832">
          <p15:clr>
            <a:srgbClr val="FBAE40"/>
          </p15:clr>
        </p15:guide>
        <p15:guide id="5" pos="1890">
          <p15:clr>
            <a:srgbClr val="FBAE40"/>
          </p15:clr>
        </p15:guide>
        <p15:guide id="6" pos="208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userDrawn="1"/>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124712" y="731520"/>
            <a:ext cx="8503920" cy="2103120"/>
          </a:xfrm>
        </p:spPr>
        <p:txBody>
          <a:bodyPr anchor="t"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p>
            <a:pPr lvl="0"/>
            <a:r>
              <a:rPr lang="en-US"/>
              <a:t>[Additional content, if needed]</a:t>
            </a:r>
          </a:p>
        </p:txBody>
      </p:sp>
    </p:spTree>
    <p:extLst>
      <p:ext uri="{BB962C8B-B14F-4D97-AF65-F5344CB8AC3E}">
        <p14:creationId xmlns:p14="http://schemas.microsoft.com/office/powerpoint/2010/main" val="8129796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p15:clr>
            <a:srgbClr val="FBAE40"/>
          </p15:clr>
        </p15:guide>
        <p15:guide id="3" orient="horz" pos="3832">
          <p15:clr>
            <a:srgbClr val="FBAE40"/>
          </p15:clr>
        </p15:guide>
        <p15:guide id="4" orient="horz" pos="4148">
          <p15:clr>
            <a:srgbClr val="FBAE40"/>
          </p15:clr>
        </p15:guide>
        <p15:guide id="5" pos="70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37697308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26528073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8283740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5656284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26180886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2844242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703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p15:clr>
            <a:srgbClr val="FBAE40"/>
          </p15:clr>
        </p15:guide>
        <p15:guide id="3" orient="horz" pos="4148">
          <p15:clr>
            <a:srgbClr val="FBAE40"/>
          </p15:clr>
        </p15:guide>
        <p15:guide id="4" orient="horz" pos="115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oundless impact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userDrawn="1"/>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4" name="TextBox 3">
            <a:extLst>
              <a:ext uri="{FF2B5EF4-FFF2-40B4-BE49-F238E27FC236}">
                <a16:creationId xmlns:a16="http://schemas.microsoft.com/office/drawing/2014/main" id="{98950798-3CD2-0446-A548-33B6591367B8}"/>
              </a:ext>
            </a:extLst>
          </p:cNvPr>
          <p:cNvSpPr txBox="1"/>
          <p:nvPr userDrawn="1"/>
        </p:nvSpPr>
        <p:spPr>
          <a:xfrm>
            <a:off x="1371995" y="3826932"/>
            <a:ext cx="5446494" cy="1501423"/>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1399703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userDrawn="1"/>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933107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[Optional contact information]</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a:solidFill>
                  <a:schemeClr val="bg1"/>
                </a:solidFill>
              </a:rPr>
              <a:t>ust.com</a:t>
            </a:r>
          </a:p>
        </p:txBody>
      </p:sp>
    </p:spTree>
    <p:extLst>
      <p:ext uri="{BB962C8B-B14F-4D97-AF65-F5344CB8AC3E}">
        <p14:creationId xmlns:p14="http://schemas.microsoft.com/office/powerpoint/2010/main" val="37152329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p15:clr>
            <a:srgbClr val="FBAE40"/>
          </p15:clr>
        </p15:guide>
        <p15:guide id="5" orient="horz" pos="4090">
          <p15:clr>
            <a:srgbClr val="FBAE40"/>
          </p15:clr>
        </p15:guide>
        <p15:guide id="6" pos="559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a:t>Copyright © 2024 by UST Global Inc. All rights reserved.</a:t>
            </a:r>
          </a:p>
          <a:p>
            <a:pPr>
              <a:lnSpc>
                <a:spcPct val="100000"/>
              </a:lnSpc>
              <a:spcBef>
                <a:spcPts val="1200"/>
              </a:spcBef>
              <a:buSzPct val="100000"/>
            </a:pPr>
            <a:r>
              <a:rPr lang="en-US"/>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a:t>UST</a:t>
            </a:r>
            <a:r>
              <a:rPr lang="en-US" baseline="30000"/>
              <a:t>®</a:t>
            </a:r>
            <a:r>
              <a:rPr lang="en-US"/>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a:solidFill>
                  <a:schemeClr val="tx1"/>
                </a:solidFill>
              </a:rPr>
              <a:t>UST</a:t>
            </a:r>
          </a:p>
          <a:p>
            <a:pPr>
              <a:lnSpc>
                <a:spcPct val="100000"/>
              </a:lnSpc>
              <a:spcBef>
                <a:spcPts val="0"/>
              </a:spcBef>
              <a:buSzPct val="100000"/>
            </a:pPr>
            <a:r>
              <a:rPr lang="en-US" b="0">
                <a:solidFill>
                  <a:schemeClr val="tx1"/>
                </a:solidFill>
              </a:rPr>
              <a:t>5 Polaris Way</a:t>
            </a:r>
          </a:p>
          <a:p>
            <a:pPr>
              <a:lnSpc>
                <a:spcPct val="100000"/>
              </a:lnSpc>
              <a:spcBef>
                <a:spcPts val="0"/>
              </a:spcBef>
              <a:buSzPct val="100000"/>
            </a:pPr>
            <a:r>
              <a:rPr lang="en-US" b="0">
                <a:solidFill>
                  <a:schemeClr val="tx1"/>
                </a:solidFill>
              </a:rPr>
              <a:t>Aliso Viejo, CA 92656</a:t>
            </a:r>
          </a:p>
          <a:p>
            <a:pPr>
              <a:lnSpc>
                <a:spcPct val="100000"/>
              </a:lnSpc>
              <a:spcBef>
                <a:spcPts val="1200"/>
              </a:spcBef>
              <a:buSzPct val="100000"/>
            </a:pPr>
            <a:r>
              <a:rPr lang="en-US" b="0">
                <a:solidFill>
                  <a:schemeClr val="tx1"/>
                </a:solidFill>
              </a:rPr>
              <a:t>T +1 949 716 8757</a:t>
            </a:r>
          </a:p>
          <a:p>
            <a:pPr>
              <a:lnSpc>
                <a:spcPct val="100000"/>
              </a:lnSpc>
              <a:spcBef>
                <a:spcPts val="0"/>
              </a:spcBef>
              <a:buSzPct val="100000"/>
            </a:pPr>
            <a:r>
              <a:rPr lang="en-US" b="0">
                <a:solidFill>
                  <a:schemeClr val="tx1"/>
                </a:solidFill>
              </a:rPr>
              <a:t>F +1 949 716 8396</a:t>
            </a:r>
          </a:p>
          <a:p>
            <a:pPr>
              <a:lnSpc>
                <a:spcPct val="100000"/>
              </a:lnSpc>
              <a:spcBef>
                <a:spcPts val="1200"/>
              </a:spcBef>
              <a:buSzPct val="100000"/>
            </a:pPr>
            <a:r>
              <a:rPr lang="en-US" b="1">
                <a:solidFill>
                  <a:schemeClr val="tx1"/>
                </a:solidFill>
              </a:rPr>
              <a:t>ust.com</a:t>
            </a:r>
          </a:p>
        </p:txBody>
      </p:sp>
      <p:sp>
        <p:nvSpPr>
          <p:cNvPr id="11" name="LinkedIn">
            <a:hlinkClick r:id="rId2"/>
            <a:extLst>
              <a:ext uri="{FF2B5EF4-FFF2-40B4-BE49-F238E27FC236}">
                <a16:creationId xmlns:a16="http://schemas.microsoft.com/office/drawing/2014/main" id="{36E860F1-0833-42C3-B18C-E49EAE88C996}"/>
              </a:ext>
            </a:extLst>
          </p:cNvPr>
          <p:cNvSpPr>
            <a:spLocks noChangeAspect="1" noEditPoints="1"/>
          </p:cNvSpPr>
          <p:nvPr userDrawn="1"/>
        </p:nvSpPr>
        <p:spPr bwMode="auto">
          <a:xfrm>
            <a:off x="9197136" y="5555832"/>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acebook">
            <a:hlinkClick r:id="rId3"/>
            <a:extLst>
              <a:ext uri="{FF2B5EF4-FFF2-40B4-BE49-F238E27FC236}">
                <a16:creationId xmlns:a16="http://schemas.microsoft.com/office/drawing/2014/main" id="{D3CE881A-2E2C-4BF7-81A2-0B6ABD537CEA}"/>
              </a:ext>
            </a:extLst>
          </p:cNvPr>
          <p:cNvSpPr>
            <a:spLocks/>
          </p:cNvSpPr>
          <p:nvPr userDrawn="1"/>
        </p:nvSpPr>
        <p:spPr bwMode="auto">
          <a:xfrm>
            <a:off x="9674955"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Twitter">
            <a:hlinkClick r:id="rId4"/>
            <a:extLst>
              <a:ext uri="{FF2B5EF4-FFF2-40B4-BE49-F238E27FC236}">
                <a16:creationId xmlns:a16="http://schemas.microsoft.com/office/drawing/2014/main" id="{BF12F575-1E00-479B-A66D-E741929EE483}"/>
              </a:ext>
            </a:extLst>
          </p:cNvPr>
          <p:cNvSpPr>
            <a:spLocks/>
          </p:cNvSpPr>
          <p:nvPr userDrawn="1"/>
        </p:nvSpPr>
        <p:spPr bwMode="auto">
          <a:xfrm>
            <a:off x="10031913" y="5580629"/>
            <a:ext cx="268783" cy="219456"/>
          </a:xfrm>
          <a:custGeom>
            <a:avLst/>
            <a:gdLst>
              <a:gd name="T0" fmla="*/ 709 w 709"/>
              <a:gd name="T1" fmla="*/ 68 h 576"/>
              <a:gd name="T2" fmla="*/ 709 w 709"/>
              <a:gd name="T3" fmla="*/ 68 h 576"/>
              <a:gd name="T4" fmla="*/ 626 w 709"/>
              <a:gd name="T5" fmla="*/ 91 h 576"/>
              <a:gd name="T6" fmla="*/ 690 w 709"/>
              <a:gd name="T7" fmla="*/ 11 h 576"/>
              <a:gd name="T8" fmla="*/ 597 w 709"/>
              <a:gd name="T9" fmla="*/ 46 h 576"/>
              <a:gd name="T10" fmla="*/ 491 w 709"/>
              <a:gd name="T11" fmla="*/ 0 h 576"/>
              <a:gd name="T12" fmla="*/ 346 w 709"/>
              <a:gd name="T13" fmla="*/ 145 h 576"/>
              <a:gd name="T14" fmla="*/ 350 w 709"/>
              <a:gd name="T15" fmla="*/ 179 h 576"/>
              <a:gd name="T16" fmla="*/ 50 w 709"/>
              <a:gd name="T17" fmla="*/ 27 h 576"/>
              <a:gd name="T18" fmla="*/ 30 w 709"/>
              <a:gd name="T19" fmla="*/ 100 h 576"/>
              <a:gd name="T20" fmla="*/ 95 w 709"/>
              <a:gd name="T21" fmla="*/ 221 h 576"/>
              <a:gd name="T22" fmla="*/ 29 w 709"/>
              <a:gd name="T23" fmla="*/ 203 h 576"/>
              <a:gd name="T24" fmla="*/ 29 w 709"/>
              <a:gd name="T25" fmla="*/ 204 h 576"/>
              <a:gd name="T26" fmla="*/ 146 w 709"/>
              <a:gd name="T27" fmla="*/ 347 h 576"/>
              <a:gd name="T28" fmla="*/ 107 w 709"/>
              <a:gd name="T29" fmla="*/ 352 h 576"/>
              <a:gd name="T30" fmla="*/ 80 w 709"/>
              <a:gd name="T31" fmla="*/ 349 h 576"/>
              <a:gd name="T32" fmla="*/ 216 w 709"/>
              <a:gd name="T33" fmla="*/ 450 h 576"/>
              <a:gd name="T34" fmla="*/ 35 w 709"/>
              <a:gd name="T35" fmla="*/ 513 h 576"/>
              <a:gd name="T36" fmla="*/ 0 w 709"/>
              <a:gd name="T37" fmla="*/ 511 h 576"/>
              <a:gd name="T38" fmla="*/ 223 w 709"/>
              <a:gd name="T39" fmla="*/ 576 h 576"/>
              <a:gd name="T40" fmla="*/ 637 w 709"/>
              <a:gd name="T41" fmla="*/ 162 h 576"/>
              <a:gd name="T42" fmla="*/ 637 w 709"/>
              <a:gd name="T43" fmla="*/ 143 h 576"/>
              <a:gd name="T44" fmla="*/ 709 w 709"/>
              <a:gd name="T45" fmla="*/ 6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9" h="576">
                <a:moveTo>
                  <a:pt x="709" y="68"/>
                </a:moveTo>
                <a:lnTo>
                  <a:pt x="709" y="68"/>
                </a:lnTo>
                <a:cubicBezTo>
                  <a:pt x="683" y="80"/>
                  <a:pt x="655" y="88"/>
                  <a:pt x="626" y="91"/>
                </a:cubicBezTo>
                <a:cubicBezTo>
                  <a:pt x="656" y="73"/>
                  <a:pt x="679" y="45"/>
                  <a:pt x="690" y="11"/>
                </a:cubicBezTo>
                <a:cubicBezTo>
                  <a:pt x="662" y="27"/>
                  <a:pt x="630" y="39"/>
                  <a:pt x="597" y="46"/>
                </a:cubicBezTo>
                <a:cubicBezTo>
                  <a:pt x="571" y="18"/>
                  <a:pt x="533" y="0"/>
                  <a:pt x="491" y="0"/>
                </a:cubicBezTo>
                <a:cubicBezTo>
                  <a:pt x="411" y="0"/>
                  <a:pt x="346" y="65"/>
                  <a:pt x="346" y="145"/>
                </a:cubicBezTo>
                <a:cubicBezTo>
                  <a:pt x="346" y="157"/>
                  <a:pt x="347" y="168"/>
                  <a:pt x="350" y="179"/>
                </a:cubicBezTo>
                <a:cubicBezTo>
                  <a:pt x="229" y="172"/>
                  <a:pt x="122" y="115"/>
                  <a:pt x="50" y="27"/>
                </a:cubicBezTo>
                <a:cubicBezTo>
                  <a:pt x="37" y="48"/>
                  <a:pt x="30" y="73"/>
                  <a:pt x="30" y="100"/>
                </a:cubicBezTo>
                <a:cubicBezTo>
                  <a:pt x="30" y="150"/>
                  <a:pt x="56" y="195"/>
                  <a:pt x="95" y="221"/>
                </a:cubicBezTo>
                <a:cubicBezTo>
                  <a:pt x="71" y="220"/>
                  <a:pt x="49" y="213"/>
                  <a:pt x="29" y="203"/>
                </a:cubicBezTo>
                <a:cubicBezTo>
                  <a:pt x="29" y="203"/>
                  <a:pt x="29" y="204"/>
                  <a:pt x="29" y="204"/>
                </a:cubicBezTo>
                <a:cubicBezTo>
                  <a:pt x="29" y="275"/>
                  <a:pt x="79" y="334"/>
                  <a:pt x="146" y="347"/>
                </a:cubicBezTo>
                <a:cubicBezTo>
                  <a:pt x="133" y="350"/>
                  <a:pt x="121" y="352"/>
                  <a:pt x="107" y="352"/>
                </a:cubicBezTo>
                <a:cubicBezTo>
                  <a:pt x="98" y="352"/>
                  <a:pt x="89" y="351"/>
                  <a:pt x="80" y="349"/>
                </a:cubicBezTo>
                <a:cubicBezTo>
                  <a:pt x="98" y="407"/>
                  <a:pt x="152" y="449"/>
                  <a:pt x="216" y="450"/>
                </a:cubicBezTo>
                <a:cubicBezTo>
                  <a:pt x="166" y="489"/>
                  <a:pt x="103" y="513"/>
                  <a:pt x="35" y="513"/>
                </a:cubicBezTo>
                <a:cubicBezTo>
                  <a:pt x="23" y="513"/>
                  <a:pt x="12" y="512"/>
                  <a:pt x="0" y="511"/>
                </a:cubicBezTo>
                <a:cubicBezTo>
                  <a:pt x="65" y="552"/>
                  <a:pt x="141" y="576"/>
                  <a:pt x="223" y="576"/>
                </a:cubicBezTo>
                <a:cubicBezTo>
                  <a:pt x="491" y="576"/>
                  <a:pt x="637" y="354"/>
                  <a:pt x="637" y="162"/>
                </a:cubicBezTo>
                <a:cubicBezTo>
                  <a:pt x="637" y="156"/>
                  <a:pt x="637" y="150"/>
                  <a:pt x="637" y="143"/>
                </a:cubicBezTo>
                <a:cubicBezTo>
                  <a:pt x="665" y="123"/>
                  <a:pt x="690" y="97"/>
                  <a:pt x="709" y="68"/>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YouTube">
            <a:hlinkClick r:id="rId5"/>
            <a:extLst>
              <a:ext uri="{FF2B5EF4-FFF2-40B4-BE49-F238E27FC236}">
                <a16:creationId xmlns:a16="http://schemas.microsoft.com/office/drawing/2014/main" id="{7FB14B23-C759-4C47-887D-A27839DAE366}"/>
              </a:ext>
            </a:extLst>
          </p:cNvPr>
          <p:cNvSpPr>
            <a:spLocks noEditPoints="1"/>
          </p:cNvSpPr>
          <p:nvPr userDrawn="1"/>
        </p:nvSpPr>
        <p:spPr bwMode="auto">
          <a:xfrm>
            <a:off x="10916563" y="5594887"/>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pic>
        <p:nvPicPr>
          <p:cNvPr id="10" name="Picture 22" descr="A close up of a sign&#10;&#10;Description automatically generated">
            <a:extLst>
              <a:ext uri="{FF2B5EF4-FFF2-40B4-BE49-F238E27FC236}">
                <a16:creationId xmlns:a16="http://schemas.microsoft.com/office/drawing/2014/main" id="{1BF68AD8-32F7-6640-ABD8-B8FA66DB0802}"/>
              </a:ext>
            </a:extLst>
          </p:cNvPr>
          <p:cNvPicPr>
            <a:picLocks noChangeAspect="1"/>
          </p:cNvPicPr>
          <p:nvPr userDrawn="1"/>
        </p:nvPicPr>
        <p:blipFill>
          <a:blip r:embed="rId6"/>
          <a:stretch>
            <a:fillRect/>
          </a:stretch>
        </p:blipFill>
        <p:spPr>
          <a:xfrm>
            <a:off x="10475771" y="5555833"/>
            <a:ext cx="265741" cy="262852"/>
          </a:xfrm>
          <a:prstGeom prst="rect">
            <a:avLst/>
          </a:prstGeom>
        </p:spPr>
      </p:pic>
    </p:spTree>
    <p:extLst>
      <p:ext uri="{BB962C8B-B14F-4D97-AF65-F5344CB8AC3E}">
        <p14:creationId xmlns:p14="http://schemas.microsoft.com/office/powerpoint/2010/main" val="740194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userDrawn="1"/>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a:ln>
                  <a:noFill/>
                </a:ln>
                <a:solidFill>
                  <a:srgbClr val="FFFFFF"/>
                </a:solidFill>
                <a:effectLst/>
                <a:uLnTx/>
                <a:uFillTx/>
                <a:latin typeface="+mn-lt"/>
                <a:ea typeface="+mj-ea"/>
                <a:cs typeface="+mj-cs"/>
              </a:rPr>
              <a:t>Appendix</a:t>
            </a:r>
            <a:endParaRPr lang="en-US" sz="4800" b="0"/>
          </a:p>
        </p:txBody>
      </p:sp>
    </p:spTree>
    <p:extLst>
      <p:ext uri="{BB962C8B-B14F-4D97-AF65-F5344CB8AC3E}">
        <p14:creationId xmlns:p14="http://schemas.microsoft.com/office/powerpoint/2010/main" val="34354496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1702053" y="1585468"/>
            <a:ext cx="8686800" cy="2105012"/>
          </a:xfrm>
        </p:spPr>
        <p:txBody>
          <a:bodyPr anchor="b" anchorCtr="0"/>
          <a:lstStyle>
            <a:lvl1pPr algn="l">
              <a:defRPr sz="48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1399395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6546">
          <p15:clr>
            <a:srgbClr val="FBAE40"/>
          </p15:clr>
        </p15:guide>
        <p15:guide id="3" orient="horz" pos="776">
          <p15:clr>
            <a:srgbClr val="FBAE40"/>
          </p15:clr>
        </p15:guide>
        <p15:guide id="4" pos="74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 Photo 01">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5515581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Title Slide - Photo 02">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9100289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Corporate Factsheet">
    <p:bg>
      <p:bgRef idx="1001">
        <a:schemeClr val="bg2"/>
      </p:bgRef>
    </p:bg>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A0CB00BB-E975-8547-9DD4-8C2702FDE56A}"/>
              </a:ext>
            </a:extLst>
          </p:cNvPr>
          <p:cNvSpPr txBox="1"/>
          <p:nvPr userDrawn="1"/>
        </p:nvSpPr>
        <p:spPr>
          <a:xfrm>
            <a:off x="365759" y="365760"/>
            <a:ext cx="7318951" cy="1188720"/>
          </a:xfrm>
          <a:prstGeom prst="rect">
            <a:avLst/>
          </a:prstGeom>
          <a:noFill/>
        </p:spPr>
        <p:txBody>
          <a:bodyPr wrap="square" lIns="0" tIns="0" rIns="0" bIns="0" rtlCol="0">
            <a:noAutofit/>
          </a:bodyPr>
          <a:lstStyle/>
          <a:p>
            <a:pPr>
              <a:lnSpc>
                <a:spcPct val="95000"/>
              </a:lnSpc>
              <a:buSzPct val="100000"/>
            </a:pPr>
            <a:r>
              <a:rPr lang="en-US" sz="3200" b="1"/>
              <a:t>Who we are</a:t>
            </a:r>
          </a:p>
        </p:txBody>
      </p:sp>
      <p:graphicFrame>
        <p:nvGraphicFramePr>
          <p:cNvPr id="5" name="Table">
            <a:extLst>
              <a:ext uri="{FF2B5EF4-FFF2-40B4-BE49-F238E27FC236}">
                <a16:creationId xmlns:a16="http://schemas.microsoft.com/office/drawing/2014/main" id="{FDD9A781-AAB3-1F4F-B85C-5BAB8117F4EB}"/>
              </a:ext>
            </a:extLst>
          </p:cNvPr>
          <p:cNvGraphicFramePr>
            <a:graphicFrameLocks noGrp="1"/>
          </p:cNvGraphicFramePr>
          <p:nvPr userDrawn="1">
            <p:extLst>
              <p:ext uri="{D42A27DB-BD31-4B8C-83A1-F6EECF244321}">
                <p14:modId xmlns:p14="http://schemas.microsoft.com/office/powerpoint/2010/main" val="101797842"/>
              </p:ext>
            </p:extLst>
          </p:nvPr>
        </p:nvGraphicFramePr>
        <p:xfrm>
          <a:off x="365758" y="1554480"/>
          <a:ext cx="4724638" cy="2340864"/>
        </p:xfrm>
        <a:graphic>
          <a:graphicData uri="http://schemas.openxmlformats.org/drawingml/2006/table">
            <a:tbl>
              <a:tblPr>
                <a:tableStyleId>{2D5ABB26-0587-4C30-8999-92F81FD0307C}</a:tableStyleId>
              </a:tblPr>
              <a:tblGrid>
                <a:gridCol w="4724638">
                  <a:extLst>
                    <a:ext uri="{9D8B030D-6E8A-4147-A177-3AD203B41FA5}">
                      <a16:colId xmlns:a16="http://schemas.microsoft.com/office/drawing/2014/main" val="2301779111"/>
                    </a:ext>
                  </a:extLst>
                </a:gridCol>
              </a:tblGrid>
              <a:tr h="879476">
                <a:tc>
                  <a:txBody>
                    <a:bodyPr/>
                    <a:lstStyle/>
                    <a:p>
                      <a:pPr>
                        <a:lnSpc>
                          <a:spcPct val="80000"/>
                        </a:lnSpc>
                      </a:pPr>
                      <a:r>
                        <a:rPr lang="en-US" sz="9600" spc="-100" baseline="0"/>
                        <a:t>Impact</a:t>
                      </a:r>
                    </a:p>
                    <a:p>
                      <a:pPr>
                        <a:lnSpc>
                          <a:spcPct val="80000"/>
                        </a:lnSpc>
                      </a:pPr>
                      <a:r>
                        <a:rPr lang="en-US" sz="9600" spc="-100" baseline="0"/>
                        <a:t>unbound</a:t>
                      </a:r>
                    </a:p>
                  </a:txBody>
                  <a:tcPr marL="0" marR="0" marT="0" marB="0"/>
                </a:tc>
                <a:extLst>
                  <a:ext uri="{0D108BD9-81ED-4DB2-BD59-A6C34878D82A}">
                    <a16:rowId xmlns:a16="http://schemas.microsoft.com/office/drawing/2014/main" val="2389767732"/>
                  </a:ext>
                </a:extLst>
              </a:tr>
            </a:tbl>
          </a:graphicData>
        </a:graphic>
      </p:graphicFrame>
      <p:sp>
        <p:nvSpPr>
          <p:cNvPr id="6" name="Rectangle">
            <a:extLst>
              <a:ext uri="{FF2B5EF4-FFF2-40B4-BE49-F238E27FC236}">
                <a16:creationId xmlns:a16="http://schemas.microsoft.com/office/drawing/2014/main" id="{301406CB-2148-E947-9390-7E9AA616ECB1}"/>
              </a:ext>
            </a:extLst>
          </p:cNvPr>
          <p:cNvSpPr/>
          <p:nvPr userDrawn="1"/>
        </p:nvSpPr>
        <p:spPr>
          <a:xfrm>
            <a:off x="1816100" y="4023360"/>
            <a:ext cx="2478659" cy="2059940"/>
          </a:xfrm>
          <a:prstGeom prst="rect">
            <a:avLst/>
          </a:prstGeom>
          <a:solidFill>
            <a:srgbClr val="006E74"/>
          </a:solidFill>
          <a:ln>
            <a:noFill/>
          </a:ln>
        </p:spPr>
        <p:style>
          <a:lnRef idx="0">
            <a:schemeClr val="accent1"/>
          </a:lnRef>
          <a:fillRef idx="1">
            <a:schemeClr val="accent1"/>
          </a:fillRef>
          <a:effectRef idx="0">
            <a:srgbClr val="000000"/>
          </a:effectRef>
          <a:fontRef idx="minor">
            <a:schemeClr val="bg1"/>
          </a:fontRef>
        </p:style>
        <p:txBody>
          <a:bodyPr lIns="274320" tIns="91440" bIns="91440" rtlCol="0" anchor="ctr" anchorCtr="0"/>
          <a:lstStyle/>
          <a:p>
            <a:r>
              <a:rPr lang="en-US"/>
              <a:t>Transforming the world's best companies through the power of technology.</a:t>
            </a:r>
          </a:p>
        </p:txBody>
      </p:sp>
      <p:grpSp>
        <p:nvGrpSpPr>
          <p:cNvPr id="7" name="Group">
            <a:extLst>
              <a:ext uri="{FF2B5EF4-FFF2-40B4-BE49-F238E27FC236}">
                <a16:creationId xmlns:a16="http://schemas.microsoft.com/office/drawing/2014/main" id="{73E17E7C-7BE8-4C48-80C8-1EFDE1F20B86}"/>
              </a:ext>
            </a:extLst>
          </p:cNvPr>
          <p:cNvGrpSpPr/>
          <p:nvPr userDrawn="1"/>
        </p:nvGrpSpPr>
        <p:grpSpPr>
          <a:xfrm>
            <a:off x="5611672" y="-1"/>
            <a:ext cx="5489145" cy="6858001"/>
            <a:chOff x="5611672" y="-1"/>
            <a:chExt cx="5489145" cy="6858001"/>
          </a:xfrm>
        </p:grpSpPr>
        <p:cxnSp>
          <p:nvCxnSpPr>
            <p:cNvPr id="8" name="Line">
              <a:extLst>
                <a:ext uri="{FF2B5EF4-FFF2-40B4-BE49-F238E27FC236}">
                  <a16:creationId xmlns:a16="http://schemas.microsoft.com/office/drawing/2014/main" id="{DF5BABAE-BBAB-2144-B34B-0BA7DE7A83FB}"/>
                </a:ext>
              </a:extLst>
            </p:cNvPr>
            <p:cNvCxnSpPr>
              <a:cxnSpLocks/>
            </p:cNvCxnSpPr>
            <p:nvPr/>
          </p:nvCxnSpPr>
          <p:spPr>
            <a:xfrm>
              <a:off x="7900416" y="-1"/>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9" name="Text">
              <a:extLst>
                <a:ext uri="{FF2B5EF4-FFF2-40B4-BE49-F238E27FC236}">
                  <a16:creationId xmlns:a16="http://schemas.microsoft.com/office/drawing/2014/main" id="{F797171B-92E3-7C4D-99EA-F8D05B4C8945}"/>
                </a:ext>
              </a:extLst>
            </p:cNvPr>
            <p:cNvSpPr txBox="1"/>
            <p:nvPr/>
          </p:nvSpPr>
          <p:spPr>
            <a:xfrm>
              <a:off x="7900416" y="868679"/>
              <a:ext cx="3200400" cy="1054099"/>
            </a:xfrm>
            <a:prstGeom prst="rect">
              <a:avLst/>
            </a:prstGeom>
            <a:noFill/>
          </p:spPr>
          <p:txBody>
            <a:bodyPr wrap="square" lIns="0" tIns="0" rIns="0" bIns="0" rtlCol="0" anchor="ctr" anchorCtr="0">
              <a:noAutofit/>
            </a:bodyPr>
            <a:lstStyle/>
            <a:p>
              <a:pPr>
                <a:spcAft>
                  <a:spcPts val="300"/>
                </a:spcAft>
                <a:buSzPct val="100000"/>
              </a:pPr>
              <a:r>
                <a:rPr lang="en-US" sz="1000" b="1"/>
                <a:t>Our history</a:t>
              </a:r>
            </a:p>
            <a:p>
              <a:pPr>
                <a:spcBef>
                  <a:spcPts val="300"/>
                </a:spcBef>
                <a:buSzPct val="100000"/>
              </a:pPr>
              <a:r>
                <a:rPr lang="en-US" sz="1000"/>
                <a:t>Born digital in 1999</a:t>
              </a:r>
            </a:p>
            <a:p>
              <a:pPr>
                <a:spcBef>
                  <a:spcPts val="300"/>
                </a:spcBef>
                <a:buSzPct val="100000"/>
              </a:pPr>
              <a:r>
                <a:rPr lang="en-US" sz="1000"/>
                <a:t>HQ. Orange County, CA</a:t>
              </a:r>
            </a:p>
            <a:p>
              <a:pPr>
                <a:spcBef>
                  <a:spcPts val="300"/>
                </a:spcBef>
                <a:buSzPct val="100000"/>
              </a:pPr>
              <a:r>
                <a:rPr lang="en-US" sz="1000"/>
                <a:t>30,000⁺ employees</a:t>
              </a:r>
            </a:p>
            <a:p>
              <a:pPr>
                <a:spcBef>
                  <a:spcPts val="300"/>
                </a:spcBef>
                <a:buSzPct val="100000"/>
              </a:pPr>
              <a:r>
                <a:rPr lang="en-US" sz="1000"/>
                <a:t>140⁺ global 1000 clients</a:t>
              </a:r>
            </a:p>
          </p:txBody>
        </p:sp>
        <p:cxnSp>
          <p:nvCxnSpPr>
            <p:cNvPr id="10" name="Line">
              <a:extLst>
                <a:ext uri="{FF2B5EF4-FFF2-40B4-BE49-F238E27FC236}">
                  <a16:creationId xmlns:a16="http://schemas.microsoft.com/office/drawing/2014/main" id="{37B56125-9A27-864F-B63E-01B8C04224E5}"/>
                </a:ext>
              </a:extLst>
            </p:cNvPr>
            <p:cNvCxnSpPr>
              <a:cxnSpLocks/>
            </p:cNvCxnSpPr>
            <p:nvPr/>
          </p:nvCxnSpPr>
          <p:spPr>
            <a:xfrm flipH="1">
              <a:off x="7900415" y="1922778"/>
              <a:ext cx="2" cy="47443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
              <a:extLst>
                <a:ext uri="{FF2B5EF4-FFF2-40B4-BE49-F238E27FC236}">
                  <a16:creationId xmlns:a16="http://schemas.microsoft.com/office/drawing/2014/main" id="{FCB43F01-E21E-C640-832F-7667C0320EF5}"/>
                </a:ext>
              </a:extLst>
            </p:cNvPr>
            <p:cNvSpPr txBox="1"/>
            <p:nvPr/>
          </p:nvSpPr>
          <p:spPr>
            <a:xfrm>
              <a:off x="5611672" y="2515869"/>
              <a:ext cx="2288743" cy="1508760"/>
            </a:xfrm>
            <a:prstGeom prst="rect">
              <a:avLst/>
            </a:prstGeom>
            <a:noFill/>
          </p:spPr>
          <p:txBody>
            <a:bodyPr wrap="square" lIns="0" tIns="0" rIns="0" bIns="0" rtlCol="0" anchor="ctr" anchorCtr="0">
              <a:noAutofit/>
            </a:bodyPr>
            <a:lstStyle/>
            <a:p>
              <a:pPr algn="r">
                <a:spcAft>
                  <a:spcPts val="300"/>
                </a:spcAft>
                <a:buSzPct val="100000"/>
              </a:pPr>
              <a:r>
                <a:rPr lang="en-US" sz="1000" b="1"/>
                <a:t>Industry verticals</a:t>
              </a:r>
            </a:p>
            <a:p>
              <a:pPr algn="r">
                <a:spcBef>
                  <a:spcPts val="300"/>
                </a:spcBef>
                <a:buSzPct val="100000"/>
              </a:pPr>
              <a:r>
                <a:rPr lang="en-US" sz="1000"/>
                <a:t>Financial Services</a:t>
              </a:r>
            </a:p>
            <a:p>
              <a:pPr algn="r">
                <a:spcBef>
                  <a:spcPts val="300"/>
                </a:spcBef>
                <a:buSzPct val="100000"/>
              </a:pPr>
              <a:r>
                <a:rPr lang="en-US" sz="1000"/>
                <a:t>Healthcare</a:t>
              </a:r>
            </a:p>
            <a:p>
              <a:pPr algn="r">
                <a:spcBef>
                  <a:spcPts val="300"/>
                </a:spcBef>
                <a:buSzPct val="100000"/>
              </a:pPr>
              <a:r>
                <a:rPr lang="en-US" sz="1000"/>
                <a:t>Retail &amp; CPG</a:t>
              </a:r>
            </a:p>
            <a:p>
              <a:pPr algn="r">
                <a:spcBef>
                  <a:spcPts val="300"/>
                </a:spcBef>
                <a:buSzPct val="100000"/>
              </a:pPr>
              <a:r>
                <a:rPr lang="en-US" sz="1000"/>
                <a:t>Manufacturing</a:t>
              </a:r>
            </a:p>
            <a:p>
              <a:pPr algn="r">
                <a:spcBef>
                  <a:spcPts val="300"/>
                </a:spcBef>
                <a:buSzPct val="100000"/>
              </a:pPr>
              <a:r>
                <a:rPr lang="en-US" sz="1000"/>
                <a:t>Technology, Media &amp; Telecom</a:t>
              </a:r>
            </a:p>
            <a:p>
              <a:pPr algn="r">
                <a:spcBef>
                  <a:spcPts val="300"/>
                </a:spcBef>
                <a:buSzPct val="100000"/>
              </a:pPr>
              <a:r>
                <a:rPr lang="en-US" sz="1000"/>
                <a:t>Semiconductor</a:t>
              </a:r>
            </a:p>
            <a:p>
              <a:pPr algn="r">
                <a:spcBef>
                  <a:spcPts val="300"/>
                </a:spcBef>
                <a:buSzPct val="100000"/>
              </a:pPr>
              <a:r>
                <a:rPr lang="en-US" sz="1000"/>
                <a:t>Public Sector</a:t>
              </a:r>
            </a:p>
          </p:txBody>
        </p:sp>
        <p:cxnSp>
          <p:nvCxnSpPr>
            <p:cNvPr id="12" name="Line">
              <a:extLst>
                <a:ext uri="{FF2B5EF4-FFF2-40B4-BE49-F238E27FC236}">
                  <a16:creationId xmlns:a16="http://schemas.microsoft.com/office/drawing/2014/main" id="{4EA3ACE4-7F44-B043-A746-A76826D9D641}"/>
                </a:ext>
              </a:extLst>
            </p:cNvPr>
            <p:cNvCxnSpPr>
              <a:cxnSpLocks/>
            </p:cNvCxnSpPr>
            <p:nvPr/>
          </p:nvCxnSpPr>
          <p:spPr>
            <a:xfrm>
              <a:off x="7900416" y="4127157"/>
              <a:ext cx="0" cy="49056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3" name="Text">
              <a:extLst>
                <a:ext uri="{FF2B5EF4-FFF2-40B4-BE49-F238E27FC236}">
                  <a16:creationId xmlns:a16="http://schemas.microsoft.com/office/drawing/2014/main" id="{679C62A1-7F75-E34D-8087-47017D45EF0B}"/>
                </a:ext>
              </a:extLst>
            </p:cNvPr>
            <p:cNvSpPr txBox="1"/>
            <p:nvPr/>
          </p:nvSpPr>
          <p:spPr>
            <a:xfrm>
              <a:off x="7900417" y="4615181"/>
              <a:ext cx="3200400" cy="1374139"/>
            </a:xfrm>
            <a:prstGeom prst="rect">
              <a:avLst/>
            </a:prstGeom>
            <a:noFill/>
          </p:spPr>
          <p:txBody>
            <a:bodyPr wrap="square" lIns="0" tIns="0" rIns="0" bIns="0" rtlCol="0" anchor="ctr" anchorCtr="0">
              <a:noAutofit/>
            </a:bodyPr>
            <a:lstStyle/>
            <a:p>
              <a:pPr>
                <a:spcAft>
                  <a:spcPts val="300"/>
                </a:spcAft>
                <a:buSzPct val="100000"/>
              </a:pPr>
              <a:r>
                <a:rPr lang="en-US" sz="1000" b="1"/>
                <a:t>Global presence</a:t>
              </a:r>
            </a:p>
            <a:p>
              <a:pPr>
                <a:spcBef>
                  <a:spcPts val="300"/>
                </a:spcBef>
                <a:buSzPct val="100000"/>
              </a:pPr>
              <a:r>
                <a:rPr lang="en-US" sz="1000"/>
                <a:t>30 countries</a:t>
              </a:r>
            </a:p>
            <a:p>
              <a:pPr>
                <a:spcBef>
                  <a:spcPts val="300"/>
                </a:spcBef>
                <a:buSzPct val="100000"/>
              </a:pPr>
              <a:r>
                <a:rPr lang="en-US" sz="1000"/>
                <a:t>79 offices worldwide</a:t>
              </a:r>
            </a:p>
            <a:p>
              <a:pPr>
                <a:spcBef>
                  <a:spcPts val="300"/>
                </a:spcBef>
                <a:buSzPct val="100000"/>
              </a:pPr>
              <a:r>
                <a:rPr lang="en-US" sz="1000"/>
                <a:t>USA, Canada, India, Malaysia, Singapore, Philippines, China, Taiwan, Australia, Israel, England, Bulgaria, France, Germany, Portugal, Poland, Spain, Mexico</a:t>
              </a:r>
            </a:p>
          </p:txBody>
        </p:sp>
        <p:cxnSp>
          <p:nvCxnSpPr>
            <p:cNvPr id="14" name="Line">
              <a:extLst>
                <a:ext uri="{FF2B5EF4-FFF2-40B4-BE49-F238E27FC236}">
                  <a16:creationId xmlns:a16="http://schemas.microsoft.com/office/drawing/2014/main" id="{CCD82F03-BAC0-F546-8719-87E64DDBA3A9}"/>
                </a:ext>
              </a:extLst>
            </p:cNvPr>
            <p:cNvCxnSpPr>
              <a:cxnSpLocks/>
            </p:cNvCxnSpPr>
            <p:nvPr/>
          </p:nvCxnSpPr>
          <p:spPr>
            <a:xfrm>
              <a:off x="7900416" y="5989320"/>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grpSp>
    </p:spTree>
    <p:extLst>
      <p:ext uri="{BB962C8B-B14F-4D97-AF65-F5344CB8AC3E}">
        <p14:creationId xmlns:p14="http://schemas.microsoft.com/office/powerpoint/2010/main" val="28960220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p15:clr>
            <a:srgbClr val="FBAE40"/>
          </p15:clr>
        </p15:guide>
        <p15:guide id="3" orient="horz" pos="4148">
          <p15:clr>
            <a:srgbClr val="FBAE40"/>
          </p15:clr>
        </p15:guide>
        <p15:guide id="4" orient="horz" pos="115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Worldwide office locations">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Where you'll find us</a:t>
            </a:r>
          </a:p>
        </p:txBody>
      </p:sp>
      <p:sp>
        <p:nvSpPr>
          <p:cNvPr id="4" name="World">
            <a:extLst>
              <a:ext uri="{FF2B5EF4-FFF2-40B4-BE49-F238E27FC236}">
                <a16:creationId xmlns:a16="http://schemas.microsoft.com/office/drawing/2014/main" id="{97ED8C1C-7434-9843-AF03-2E99D3463483}"/>
              </a:ext>
            </a:extLst>
          </p:cNvPr>
          <p:cNvSpPr>
            <a:spLocks noChangeAspect="1" noEditPoints="1"/>
          </p:cNvSpPr>
          <p:nvPr userDrawn="1"/>
        </p:nvSpPr>
        <p:spPr bwMode="auto">
          <a:xfrm>
            <a:off x="3510188" y="1253592"/>
            <a:ext cx="8202168" cy="4251960"/>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Square">
            <a:extLst>
              <a:ext uri="{FF2B5EF4-FFF2-40B4-BE49-F238E27FC236}">
                <a16:creationId xmlns:a16="http://schemas.microsoft.com/office/drawing/2014/main" id="{31347C3B-B78C-C546-8AF0-CD31ADB556BD}"/>
              </a:ext>
            </a:extLst>
          </p:cNvPr>
          <p:cNvSpPr>
            <a:spLocks noChangeAspect="1"/>
          </p:cNvSpPr>
          <p:nvPr userDrawn="1"/>
        </p:nvSpPr>
        <p:spPr bwMode="auto">
          <a:xfrm>
            <a:off x="4459229" y="2991734"/>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Square">
            <a:extLst>
              <a:ext uri="{FF2B5EF4-FFF2-40B4-BE49-F238E27FC236}">
                <a16:creationId xmlns:a16="http://schemas.microsoft.com/office/drawing/2014/main" id="{059E63DB-127F-D840-82F8-A0B0612D5970}"/>
              </a:ext>
            </a:extLst>
          </p:cNvPr>
          <p:cNvSpPr>
            <a:spLocks noChangeAspect="1"/>
          </p:cNvSpPr>
          <p:nvPr userDrawn="1"/>
        </p:nvSpPr>
        <p:spPr bwMode="auto">
          <a:xfrm>
            <a:off x="4910701" y="3439727"/>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Square">
            <a:extLst>
              <a:ext uri="{FF2B5EF4-FFF2-40B4-BE49-F238E27FC236}">
                <a16:creationId xmlns:a16="http://schemas.microsoft.com/office/drawing/2014/main" id="{368F0EA9-6C41-F745-9BD8-79E417397172}"/>
              </a:ext>
            </a:extLst>
          </p:cNvPr>
          <p:cNvSpPr>
            <a:spLocks noChangeAspect="1"/>
          </p:cNvSpPr>
          <p:nvPr userDrawn="1"/>
        </p:nvSpPr>
        <p:spPr bwMode="auto">
          <a:xfrm>
            <a:off x="5683943" y="258110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quare">
            <a:extLst>
              <a:ext uri="{FF2B5EF4-FFF2-40B4-BE49-F238E27FC236}">
                <a16:creationId xmlns:a16="http://schemas.microsoft.com/office/drawing/2014/main" id="{30822C56-0F20-B849-B880-A56543C1EF97}"/>
              </a:ext>
            </a:extLst>
          </p:cNvPr>
          <p:cNvSpPr>
            <a:spLocks noChangeAspect="1"/>
          </p:cNvSpPr>
          <p:nvPr userDrawn="1"/>
        </p:nvSpPr>
        <p:spPr bwMode="auto">
          <a:xfrm>
            <a:off x="7056004" y="2890532"/>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Square">
            <a:extLst>
              <a:ext uri="{FF2B5EF4-FFF2-40B4-BE49-F238E27FC236}">
                <a16:creationId xmlns:a16="http://schemas.microsoft.com/office/drawing/2014/main" id="{051F22B7-A041-4F4E-BAE0-775F06D9E63A}"/>
              </a:ext>
            </a:extLst>
          </p:cNvPr>
          <p:cNvSpPr>
            <a:spLocks noChangeAspect="1"/>
          </p:cNvSpPr>
          <p:nvPr userDrawn="1"/>
        </p:nvSpPr>
        <p:spPr bwMode="auto">
          <a:xfrm>
            <a:off x="7564061" y="247097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Square">
            <a:extLst>
              <a:ext uri="{FF2B5EF4-FFF2-40B4-BE49-F238E27FC236}">
                <a16:creationId xmlns:a16="http://schemas.microsoft.com/office/drawing/2014/main" id="{C26B72E0-E378-9C45-9FB9-986A0D890D9B}"/>
              </a:ext>
            </a:extLst>
          </p:cNvPr>
          <p:cNvSpPr>
            <a:spLocks noChangeAspect="1"/>
          </p:cNvSpPr>
          <p:nvPr userDrawn="1"/>
        </p:nvSpPr>
        <p:spPr bwMode="auto">
          <a:xfrm>
            <a:off x="9988821" y="324267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Square">
            <a:extLst>
              <a:ext uri="{FF2B5EF4-FFF2-40B4-BE49-F238E27FC236}">
                <a16:creationId xmlns:a16="http://schemas.microsoft.com/office/drawing/2014/main" id="{8DF8FA9E-7DCF-194C-B2AE-D8295E58B01B}"/>
              </a:ext>
            </a:extLst>
          </p:cNvPr>
          <p:cNvSpPr>
            <a:spLocks noChangeAspect="1"/>
          </p:cNvSpPr>
          <p:nvPr userDrawn="1"/>
        </p:nvSpPr>
        <p:spPr bwMode="auto">
          <a:xfrm>
            <a:off x="7173834" y="24283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Square">
            <a:extLst>
              <a:ext uri="{FF2B5EF4-FFF2-40B4-BE49-F238E27FC236}">
                <a16:creationId xmlns:a16="http://schemas.microsoft.com/office/drawing/2014/main" id="{A9D6CDDE-29C0-B34E-A0A0-F20361CFB3FB}"/>
              </a:ext>
            </a:extLst>
          </p:cNvPr>
          <p:cNvSpPr>
            <a:spLocks noChangeAspect="1"/>
          </p:cNvSpPr>
          <p:nvPr userDrawn="1"/>
        </p:nvSpPr>
        <p:spPr bwMode="auto">
          <a:xfrm>
            <a:off x="5474349" y="241101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Square">
            <a:extLst>
              <a:ext uri="{FF2B5EF4-FFF2-40B4-BE49-F238E27FC236}">
                <a16:creationId xmlns:a16="http://schemas.microsoft.com/office/drawing/2014/main" id="{00DF4B66-6261-8047-A165-EE326A4F62A2}"/>
              </a:ext>
            </a:extLst>
          </p:cNvPr>
          <p:cNvSpPr>
            <a:spLocks noChangeAspect="1"/>
          </p:cNvSpPr>
          <p:nvPr userDrawn="1"/>
        </p:nvSpPr>
        <p:spPr bwMode="auto">
          <a:xfrm>
            <a:off x="5328530" y="259235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Square">
            <a:extLst>
              <a:ext uri="{FF2B5EF4-FFF2-40B4-BE49-F238E27FC236}">
                <a16:creationId xmlns:a16="http://schemas.microsoft.com/office/drawing/2014/main" id="{E03427C8-ABC2-744F-A5B8-693074AE79A0}"/>
              </a:ext>
            </a:extLst>
          </p:cNvPr>
          <p:cNvSpPr>
            <a:spLocks noChangeAspect="1"/>
          </p:cNvSpPr>
          <p:nvPr userDrawn="1"/>
        </p:nvSpPr>
        <p:spPr bwMode="auto">
          <a:xfrm>
            <a:off x="5056661" y="338586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Square">
            <a:extLst>
              <a:ext uri="{FF2B5EF4-FFF2-40B4-BE49-F238E27FC236}">
                <a16:creationId xmlns:a16="http://schemas.microsoft.com/office/drawing/2014/main" id="{669CCC4B-3FF3-624B-9895-A87337F551A9}"/>
              </a:ext>
            </a:extLst>
          </p:cNvPr>
          <p:cNvSpPr>
            <a:spLocks noChangeAspect="1"/>
          </p:cNvSpPr>
          <p:nvPr userDrawn="1"/>
        </p:nvSpPr>
        <p:spPr bwMode="auto">
          <a:xfrm>
            <a:off x="8972526" y="3652651"/>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Square">
            <a:extLst>
              <a:ext uri="{FF2B5EF4-FFF2-40B4-BE49-F238E27FC236}">
                <a16:creationId xmlns:a16="http://schemas.microsoft.com/office/drawing/2014/main" id="{AD6346E5-7E1E-314D-BE49-D472D2130095}"/>
              </a:ext>
            </a:extLst>
          </p:cNvPr>
          <p:cNvSpPr>
            <a:spLocks noChangeAspect="1"/>
          </p:cNvSpPr>
          <p:nvPr userDrawn="1"/>
        </p:nvSpPr>
        <p:spPr bwMode="auto">
          <a:xfrm>
            <a:off x="10109817" y="3593620"/>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20" name="Group 19">
            <a:extLst>
              <a:ext uri="{FF2B5EF4-FFF2-40B4-BE49-F238E27FC236}">
                <a16:creationId xmlns:a16="http://schemas.microsoft.com/office/drawing/2014/main" id="{CD52518A-0434-9148-B978-9DFAC7B711A0}"/>
              </a:ext>
            </a:extLst>
          </p:cNvPr>
          <p:cNvGrpSpPr/>
          <p:nvPr userDrawn="1"/>
        </p:nvGrpSpPr>
        <p:grpSpPr>
          <a:xfrm>
            <a:off x="505022" y="1248216"/>
            <a:ext cx="2393683" cy="493424"/>
            <a:chOff x="505022" y="1102421"/>
            <a:chExt cx="2393683" cy="493424"/>
          </a:xfrm>
        </p:grpSpPr>
        <p:sp>
          <p:nvSpPr>
            <p:cNvPr id="21" name="TextBox 20">
              <a:extLst>
                <a:ext uri="{FF2B5EF4-FFF2-40B4-BE49-F238E27FC236}">
                  <a16:creationId xmlns:a16="http://schemas.microsoft.com/office/drawing/2014/main" id="{21F825BE-DB9D-7E4F-B5C3-CD3C2CA3B828}"/>
                </a:ext>
              </a:extLst>
            </p:cNvPr>
            <p:cNvSpPr txBox="1"/>
            <p:nvPr/>
          </p:nvSpPr>
          <p:spPr>
            <a:xfrm>
              <a:off x="775880" y="1411179"/>
              <a:ext cx="1253548" cy="184666"/>
            </a:xfrm>
            <a:prstGeom prst="rect">
              <a:avLst/>
            </a:prstGeom>
            <a:noFill/>
          </p:spPr>
          <p:txBody>
            <a:bodyPr wrap="none" lIns="0" tIns="0" rIns="0" bIns="0" rtlCol="0">
              <a:spAutoFit/>
            </a:bodyPr>
            <a:lstStyle/>
            <a:p>
              <a:pPr>
                <a:lnSpc>
                  <a:spcPct val="100000"/>
                </a:lnSpc>
                <a:spcBef>
                  <a:spcPts val="1200"/>
                </a:spcBef>
                <a:buSzPct val="100000"/>
              </a:pPr>
              <a:r>
                <a:rPr lang="en-GB" sz="1200"/>
                <a:t>Operation </a:t>
              </a:r>
              <a:r>
                <a:rPr lang="en-GB" sz="1200" err="1"/>
                <a:t>Centers</a:t>
              </a:r>
              <a:endParaRPr lang="en-GB" sz="1200"/>
            </a:p>
          </p:txBody>
        </p:sp>
        <p:sp>
          <p:nvSpPr>
            <p:cNvPr id="22" name="Square">
              <a:extLst>
                <a:ext uri="{FF2B5EF4-FFF2-40B4-BE49-F238E27FC236}">
                  <a16:creationId xmlns:a16="http://schemas.microsoft.com/office/drawing/2014/main" id="{3CD37C21-CBA4-D14E-95B0-023C0E800BA5}"/>
                </a:ext>
              </a:extLst>
            </p:cNvPr>
            <p:cNvSpPr>
              <a:spLocks noChangeAspect="1"/>
            </p:cNvSpPr>
            <p:nvPr/>
          </p:nvSpPr>
          <p:spPr bwMode="auto">
            <a:xfrm>
              <a:off x="505022" y="1130730"/>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Square">
              <a:extLst>
                <a:ext uri="{FF2B5EF4-FFF2-40B4-BE49-F238E27FC236}">
                  <a16:creationId xmlns:a16="http://schemas.microsoft.com/office/drawing/2014/main" id="{E14F2041-438F-6D47-AAD2-263C6FB3EABB}"/>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TextBox 23">
              <a:extLst>
                <a:ext uri="{FF2B5EF4-FFF2-40B4-BE49-F238E27FC236}">
                  <a16:creationId xmlns:a16="http://schemas.microsoft.com/office/drawing/2014/main" id="{214B06A6-04CA-4147-81BF-C8AD4E872EBF}"/>
                </a:ext>
              </a:extLst>
            </p:cNvPr>
            <p:cNvSpPr txBox="1"/>
            <p:nvPr/>
          </p:nvSpPr>
          <p:spPr>
            <a:xfrm>
              <a:off x="775880" y="1102421"/>
              <a:ext cx="2122825" cy="184666"/>
            </a:xfrm>
            <a:prstGeom prst="rect">
              <a:avLst/>
            </a:prstGeom>
            <a:noFill/>
          </p:spPr>
          <p:txBody>
            <a:bodyPr wrap="none" lIns="0" tIns="0" rIns="0" bIns="0" rtlCol="0">
              <a:spAutoFit/>
            </a:bodyPr>
            <a:lstStyle/>
            <a:p>
              <a:pPr>
                <a:lnSpc>
                  <a:spcPct val="100000"/>
                </a:lnSpc>
                <a:spcBef>
                  <a:spcPts val="1200"/>
                </a:spcBef>
                <a:buSzPct val="100000"/>
              </a:pPr>
              <a:r>
                <a:rPr lang="en-GB" sz="1200"/>
                <a:t>Main Offices &amp; Innovation Labs</a:t>
              </a:r>
            </a:p>
          </p:txBody>
        </p:sp>
      </p:grpSp>
      <p:sp>
        <p:nvSpPr>
          <p:cNvPr id="26" name="TextBox 25">
            <a:extLst>
              <a:ext uri="{FF2B5EF4-FFF2-40B4-BE49-F238E27FC236}">
                <a16:creationId xmlns:a16="http://schemas.microsoft.com/office/drawing/2014/main" id="{B708DAB0-47C0-FB43-A8B9-CFB5F6690E39}"/>
              </a:ext>
            </a:extLst>
          </p:cNvPr>
          <p:cNvSpPr txBox="1"/>
          <p:nvPr userDrawn="1"/>
        </p:nvSpPr>
        <p:spPr>
          <a:xfrm>
            <a:off x="7785463" y="2046514"/>
            <a:ext cx="0" cy="0"/>
          </a:xfrm>
          <a:prstGeom prst="rect">
            <a:avLst/>
          </a:prstGeom>
          <a:noFill/>
        </p:spPr>
        <p:txBody>
          <a:bodyPr wrap="none" lIns="0" tIns="0" rIns="0" bIns="0" rtlCol="0">
            <a:noAutofit/>
          </a:bodyPr>
          <a:lstStyle/>
          <a:p>
            <a:pPr marL="182880" indent="-182880">
              <a:lnSpc>
                <a:spcPct val="100000"/>
              </a:lnSpc>
              <a:spcBef>
                <a:spcPts val="1200"/>
              </a:spcBef>
              <a:buSzPct val="100000"/>
              <a:buFont typeface="Arial"/>
              <a:buChar char="•"/>
            </a:pPr>
            <a:endParaRPr lang="en-UA" sz="1800"/>
          </a:p>
        </p:txBody>
      </p:sp>
      <p:sp>
        <p:nvSpPr>
          <p:cNvPr id="27" name="TextBox 26">
            <a:hlinkClick r:id="rId2"/>
            <a:extLst>
              <a:ext uri="{FF2B5EF4-FFF2-40B4-BE49-F238E27FC236}">
                <a16:creationId xmlns:a16="http://schemas.microsoft.com/office/drawing/2014/main" id="{3B49823A-7AF5-044F-9AC4-462E8F6B83AF}"/>
              </a:ext>
            </a:extLst>
          </p:cNvPr>
          <p:cNvSpPr txBox="1"/>
          <p:nvPr userDrawn="1"/>
        </p:nvSpPr>
        <p:spPr>
          <a:xfrm>
            <a:off x="509427" y="1967202"/>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t>*To see a list of all offices, visit </a:t>
            </a:r>
            <a:r>
              <a:rPr lang="en-US" sz="1050" b="1" i="0" u="sng"/>
              <a:t>ust.com</a:t>
            </a:r>
          </a:p>
        </p:txBody>
      </p:sp>
      <p:sp>
        <p:nvSpPr>
          <p:cNvPr id="28" name="Square">
            <a:extLst>
              <a:ext uri="{FF2B5EF4-FFF2-40B4-BE49-F238E27FC236}">
                <a16:creationId xmlns:a16="http://schemas.microsoft.com/office/drawing/2014/main" id="{43873493-0727-294B-B0BE-14523BB19C1E}"/>
              </a:ext>
            </a:extLst>
          </p:cNvPr>
          <p:cNvSpPr>
            <a:spLocks noChangeAspect="1"/>
          </p:cNvSpPr>
          <p:nvPr userDrawn="1"/>
        </p:nvSpPr>
        <p:spPr bwMode="auto">
          <a:xfrm>
            <a:off x="7324387" y="2629500"/>
            <a:ext cx="114117" cy="113977"/>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Square">
            <a:extLst>
              <a:ext uri="{FF2B5EF4-FFF2-40B4-BE49-F238E27FC236}">
                <a16:creationId xmlns:a16="http://schemas.microsoft.com/office/drawing/2014/main" id="{3A2DB7C0-1311-AF4C-9A3B-DC7DB458EF9A}"/>
              </a:ext>
            </a:extLst>
          </p:cNvPr>
          <p:cNvSpPr>
            <a:spLocks noChangeAspect="1"/>
          </p:cNvSpPr>
          <p:nvPr userDrawn="1"/>
        </p:nvSpPr>
        <p:spPr bwMode="auto">
          <a:xfrm>
            <a:off x="10111486" y="336533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Square">
            <a:extLst>
              <a:ext uri="{FF2B5EF4-FFF2-40B4-BE49-F238E27FC236}">
                <a16:creationId xmlns:a16="http://schemas.microsoft.com/office/drawing/2014/main" id="{4F143F49-854A-4B43-9C24-DEBF6F460FD2}"/>
              </a:ext>
            </a:extLst>
          </p:cNvPr>
          <p:cNvSpPr>
            <a:spLocks noChangeAspect="1"/>
          </p:cNvSpPr>
          <p:nvPr userDrawn="1"/>
        </p:nvSpPr>
        <p:spPr bwMode="auto">
          <a:xfrm>
            <a:off x="8088234" y="30379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Square">
            <a:extLst>
              <a:ext uri="{FF2B5EF4-FFF2-40B4-BE49-F238E27FC236}">
                <a16:creationId xmlns:a16="http://schemas.microsoft.com/office/drawing/2014/main" id="{F7AD946B-A829-D745-82B6-EFBF765D7213}"/>
              </a:ext>
            </a:extLst>
          </p:cNvPr>
          <p:cNvSpPr>
            <a:spLocks noChangeAspect="1"/>
          </p:cNvSpPr>
          <p:nvPr userDrawn="1"/>
        </p:nvSpPr>
        <p:spPr bwMode="auto">
          <a:xfrm>
            <a:off x="9610701" y="3719326"/>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Square">
            <a:extLst>
              <a:ext uri="{FF2B5EF4-FFF2-40B4-BE49-F238E27FC236}">
                <a16:creationId xmlns:a16="http://schemas.microsoft.com/office/drawing/2014/main" id="{C5081E55-9FE9-CA4A-944E-A07EDD680733}"/>
              </a:ext>
            </a:extLst>
          </p:cNvPr>
          <p:cNvSpPr>
            <a:spLocks noChangeAspect="1"/>
          </p:cNvSpPr>
          <p:nvPr userDrawn="1"/>
        </p:nvSpPr>
        <p:spPr bwMode="auto">
          <a:xfrm>
            <a:off x="7240509" y="281886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Square">
            <a:extLst>
              <a:ext uri="{FF2B5EF4-FFF2-40B4-BE49-F238E27FC236}">
                <a16:creationId xmlns:a16="http://schemas.microsoft.com/office/drawing/2014/main" id="{DCC19668-0600-5044-A908-D7583AA0FFFE}"/>
              </a:ext>
            </a:extLst>
          </p:cNvPr>
          <p:cNvSpPr>
            <a:spLocks noChangeAspect="1"/>
          </p:cNvSpPr>
          <p:nvPr userDrawn="1"/>
        </p:nvSpPr>
        <p:spPr bwMode="auto">
          <a:xfrm>
            <a:off x="10715759" y="458560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 name="Square">
            <a:extLst>
              <a:ext uri="{FF2B5EF4-FFF2-40B4-BE49-F238E27FC236}">
                <a16:creationId xmlns:a16="http://schemas.microsoft.com/office/drawing/2014/main" id="{9668A2B1-0D6E-BF48-83A0-79889E0A21CD}"/>
              </a:ext>
            </a:extLst>
          </p:cNvPr>
          <p:cNvSpPr>
            <a:spLocks noChangeAspect="1"/>
          </p:cNvSpPr>
          <p:nvPr userDrawn="1"/>
        </p:nvSpPr>
        <p:spPr bwMode="auto">
          <a:xfrm>
            <a:off x="5138030" y="277332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TextBox 34">
            <a:extLst>
              <a:ext uri="{FF2B5EF4-FFF2-40B4-BE49-F238E27FC236}">
                <a16:creationId xmlns:a16="http://schemas.microsoft.com/office/drawing/2014/main" id="{51F22170-436C-415B-9A7D-40DA7DDB34F8}"/>
              </a:ext>
            </a:extLst>
          </p:cNvPr>
          <p:cNvSpPr txBox="1"/>
          <p:nvPr userDrawn="1"/>
        </p:nvSpPr>
        <p:spPr>
          <a:xfrm>
            <a:off x="2466926" y="3285572"/>
            <a:ext cx="2216761" cy="3323987"/>
          </a:xfrm>
          <a:prstGeom prst="rect">
            <a:avLst/>
          </a:prstGeom>
          <a:noFill/>
        </p:spPr>
        <p:txBody>
          <a:bodyPr wrap="none" lIns="0" tIns="0" rIns="0" bIns="0" rtlCol="0">
            <a:spAutoFit/>
          </a:bodyPr>
          <a:lstStyle/>
          <a:p>
            <a:pPr>
              <a:lnSpc>
                <a:spcPct val="100000"/>
              </a:lnSpc>
              <a:buSzPct val="100000"/>
            </a:pPr>
            <a:r>
              <a:rPr lang="en-US" sz="1200" b="1"/>
              <a:t>AMERICAS</a:t>
            </a:r>
          </a:p>
          <a:p>
            <a:pPr>
              <a:lnSpc>
                <a:spcPct val="100000"/>
              </a:lnSpc>
              <a:buSzPct val="100000"/>
            </a:pPr>
            <a:r>
              <a:rPr lang="en-US" sz="1200"/>
              <a:t>Global HQ – Orange County, CA</a:t>
            </a:r>
          </a:p>
          <a:p>
            <a:pPr>
              <a:buSzPct val="100000"/>
            </a:pPr>
            <a:r>
              <a:rPr lang="en-US" sz="1200"/>
              <a:t>Bentonville, AR</a:t>
            </a:r>
          </a:p>
          <a:p>
            <a:pPr>
              <a:lnSpc>
                <a:spcPct val="100000"/>
              </a:lnSpc>
              <a:buSzPct val="100000"/>
            </a:pPr>
            <a:r>
              <a:rPr lang="en-US" sz="1200"/>
              <a:t>Chicago, IL</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Norfolk, VA</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Sidney, NE</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Seattle, WA</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Columbus, OH</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Atlanta, GA</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Vancouver BC</a:t>
            </a:r>
          </a:p>
          <a:p>
            <a:pPr marL="0" marR="0" indent="0" algn="l" defTabSz="914400" rtl="0" eaLnBrk="1" fontAlgn="auto" latinLnBrk="0" hangingPunct="1">
              <a:lnSpc>
                <a:spcPct val="100000"/>
              </a:lnSpc>
              <a:spcBef>
                <a:spcPts val="0"/>
              </a:spcBef>
              <a:spcAft>
                <a:spcPts val="0"/>
              </a:spcAft>
              <a:buClrTx/>
              <a:buSzPct val="100000"/>
              <a:buFontTx/>
              <a:buNone/>
              <a:tabLst/>
              <a:defRPr/>
            </a:pPr>
            <a:r>
              <a:rPr lang="en-US" sz="1200"/>
              <a:t>Guadalajara</a:t>
            </a:r>
          </a:p>
          <a:p>
            <a:pPr>
              <a:buSzPct val="100000"/>
            </a:pPr>
            <a:r>
              <a:rPr lang="en-US" sz="1200"/>
              <a:t>Leon</a:t>
            </a:r>
          </a:p>
          <a:p>
            <a:pPr>
              <a:buSzPct val="100000"/>
            </a:pPr>
            <a:r>
              <a:rPr lang="en-US" sz="1200"/>
              <a:t>San Jose</a:t>
            </a:r>
          </a:p>
          <a:p>
            <a:pPr>
              <a:buSzPct val="100000"/>
            </a:pPr>
            <a:r>
              <a:rPr lang="en-US" sz="1200"/>
              <a:t>Bogota</a:t>
            </a:r>
          </a:p>
          <a:p>
            <a:pPr>
              <a:buSzPct val="100000"/>
            </a:pPr>
            <a:r>
              <a:rPr lang="en-US" sz="1200"/>
              <a:t>Santiago</a:t>
            </a:r>
          </a:p>
          <a:p>
            <a:pPr>
              <a:buSzPct val="100000"/>
            </a:pPr>
            <a:r>
              <a:rPr lang="en-US" sz="1200"/>
              <a:t>Lima</a:t>
            </a:r>
          </a:p>
          <a:p>
            <a:pPr>
              <a:buSzPct val="100000"/>
            </a:pPr>
            <a:endParaRPr lang="en-US" sz="1200"/>
          </a:p>
          <a:p>
            <a:pPr>
              <a:buSzPct val="100000"/>
            </a:pPr>
            <a:endParaRPr lang="en-US" sz="1200"/>
          </a:p>
        </p:txBody>
      </p:sp>
      <p:sp>
        <p:nvSpPr>
          <p:cNvPr id="36" name="TextBox 35">
            <a:extLst>
              <a:ext uri="{FF2B5EF4-FFF2-40B4-BE49-F238E27FC236}">
                <a16:creationId xmlns:a16="http://schemas.microsoft.com/office/drawing/2014/main" id="{C2DCDC80-FFB3-4C45-9D2A-41BE10E24146}"/>
              </a:ext>
            </a:extLst>
          </p:cNvPr>
          <p:cNvSpPr txBox="1"/>
          <p:nvPr userDrawn="1"/>
        </p:nvSpPr>
        <p:spPr>
          <a:xfrm>
            <a:off x="6814623" y="4126499"/>
            <a:ext cx="690895" cy="2585323"/>
          </a:xfrm>
          <a:prstGeom prst="rect">
            <a:avLst/>
          </a:prstGeom>
          <a:noFill/>
        </p:spPr>
        <p:txBody>
          <a:bodyPr wrap="none" lIns="0" tIns="0" rIns="0" bIns="0" rtlCol="0">
            <a:spAutoFit/>
          </a:bodyPr>
          <a:lstStyle/>
          <a:p>
            <a:pPr>
              <a:lnSpc>
                <a:spcPct val="100000"/>
              </a:lnSpc>
              <a:buSzPct val="100000"/>
            </a:pPr>
            <a:r>
              <a:rPr lang="en-US" sz="1200" b="1"/>
              <a:t>EMEA</a:t>
            </a:r>
          </a:p>
          <a:p>
            <a:pPr>
              <a:buSzPct val="100000"/>
            </a:pPr>
            <a:r>
              <a:rPr lang="en-US" sz="1200"/>
              <a:t>London</a:t>
            </a:r>
          </a:p>
          <a:p>
            <a:pPr>
              <a:buSzPct val="100000"/>
            </a:pPr>
            <a:r>
              <a:rPr lang="en-US" sz="1200"/>
              <a:t>Madrid</a:t>
            </a:r>
          </a:p>
          <a:p>
            <a:pPr>
              <a:buSzPct val="100000"/>
            </a:pPr>
            <a:r>
              <a:rPr lang="en-US" sz="1200"/>
              <a:t>Tel Aviv </a:t>
            </a:r>
          </a:p>
          <a:p>
            <a:pPr>
              <a:buSzPct val="100000"/>
            </a:pPr>
            <a:r>
              <a:rPr lang="en-US" sz="1200"/>
              <a:t>Berlin</a:t>
            </a:r>
          </a:p>
          <a:p>
            <a:pPr>
              <a:buSzPct val="100000"/>
            </a:pPr>
            <a:r>
              <a:rPr lang="en-US" sz="1200"/>
              <a:t>Lisbon</a:t>
            </a:r>
          </a:p>
          <a:p>
            <a:pPr>
              <a:buSzPct val="100000"/>
            </a:pPr>
            <a:r>
              <a:rPr lang="en-US" sz="1200"/>
              <a:t>Paris</a:t>
            </a:r>
          </a:p>
          <a:p>
            <a:pPr>
              <a:lnSpc>
                <a:spcPct val="100000"/>
              </a:lnSpc>
              <a:buSzPct val="100000"/>
            </a:pPr>
            <a:r>
              <a:rPr lang="en-US" sz="1200"/>
              <a:t>Leeds</a:t>
            </a:r>
          </a:p>
          <a:p>
            <a:pPr>
              <a:lnSpc>
                <a:spcPct val="100000"/>
              </a:lnSpc>
              <a:buSzPct val="100000"/>
            </a:pPr>
            <a:r>
              <a:rPr lang="en-US" sz="1200"/>
              <a:t>Gdansk</a:t>
            </a:r>
          </a:p>
          <a:p>
            <a:pPr>
              <a:lnSpc>
                <a:spcPct val="100000"/>
              </a:lnSpc>
              <a:buSzPct val="100000"/>
            </a:pPr>
            <a:r>
              <a:rPr lang="en-US" sz="1200"/>
              <a:t>Bucharest</a:t>
            </a:r>
          </a:p>
          <a:p>
            <a:pPr>
              <a:lnSpc>
                <a:spcPct val="100000"/>
              </a:lnSpc>
              <a:buSzPct val="100000"/>
            </a:pPr>
            <a:r>
              <a:rPr lang="en-US" sz="1200"/>
              <a:t>Sofia</a:t>
            </a:r>
          </a:p>
          <a:p>
            <a:pPr>
              <a:lnSpc>
                <a:spcPct val="100000"/>
              </a:lnSpc>
              <a:buSzPct val="100000"/>
            </a:pPr>
            <a:r>
              <a:rPr lang="en-US" sz="1200"/>
              <a:t>Helmond</a:t>
            </a:r>
          </a:p>
          <a:p>
            <a:pPr>
              <a:lnSpc>
                <a:spcPct val="100000"/>
              </a:lnSpc>
              <a:buSzPct val="100000"/>
            </a:pPr>
            <a:r>
              <a:rPr lang="en-US" sz="1200"/>
              <a:t>Barcelona</a:t>
            </a:r>
          </a:p>
          <a:p>
            <a:pPr>
              <a:lnSpc>
                <a:spcPct val="100000"/>
              </a:lnSpc>
              <a:buSzPct val="100000"/>
            </a:pPr>
            <a:endParaRPr lang="en-US" sz="1200"/>
          </a:p>
        </p:txBody>
      </p:sp>
      <p:sp>
        <p:nvSpPr>
          <p:cNvPr id="37" name="TextBox 36">
            <a:extLst>
              <a:ext uri="{FF2B5EF4-FFF2-40B4-BE49-F238E27FC236}">
                <a16:creationId xmlns:a16="http://schemas.microsoft.com/office/drawing/2014/main" id="{38A4B4B5-8FC4-4EBA-938F-033C623B4C7A}"/>
              </a:ext>
            </a:extLst>
          </p:cNvPr>
          <p:cNvSpPr txBox="1"/>
          <p:nvPr userDrawn="1"/>
        </p:nvSpPr>
        <p:spPr>
          <a:xfrm>
            <a:off x="7714985" y="5751966"/>
            <a:ext cx="855586" cy="738664"/>
          </a:xfrm>
          <a:prstGeom prst="rect">
            <a:avLst/>
          </a:prstGeom>
          <a:noFill/>
        </p:spPr>
        <p:txBody>
          <a:bodyPr wrap="square" lIns="0" tIns="0" rIns="0" bIns="0" rtlCol="0">
            <a:spAutoFit/>
          </a:bodyPr>
          <a:lstStyle/>
          <a:p>
            <a:pPr>
              <a:lnSpc>
                <a:spcPct val="100000"/>
              </a:lnSpc>
              <a:buSzPct val="100000"/>
            </a:pPr>
            <a:r>
              <a:rPr lang="en-US" sz="1200" b="0"/>
              <a:t>Bilbao Salamanca Valencia Zaragoza</a:t>
            </a:r>
          </a:p>
        </p:txBody>
      </p:sp>
      <p:sp>
        <p:nvSpPr>
          <p:cNvPr id="38" name="TextBox 37">
            <a:extLst>
              <a:ext uri="{FF2B5EF4-FFF2-40B4-BE49-F238E27FC236}">
                <a16:creationId xmlns:a16="http://schemas.microsoft.com/office/drawing/2014/main" id="{1B68DEBF-1B8C-405C-8201-C6AA4C937545}"/>
              </a:ext>
            </a:extLst>
          </p:cNvPr>
          <p:cNvSpPr txBox="1"/>
          <p:nvPr userDrawn="1"/>
        </p:nvSpPr>
        <p:spPr>
          <a:xfrm>
            <a:off x="8822733" y="4060866"/>
            <a:ext cx="1014581" cy="1846659"/>
          </a:xfrm>
          <a:prstGeom prst="rect">
            <a:avLst/>
          </a:prstGeom>
          <a:noFill/>
        </p:spPr>
        <p:txBody>
          <a:bodyPr wrap="square" lIns="0" tIns="0" rIns="0" bIns="0" rtlCol="0">
            <a:spAutoFit/>
          </a:bodyPr>
          <a:lstStyle/>
          <a:p>
            <a:pPr>
              <a:buSzPct val="100000"/>
            </a:pPr>
            <a:r>
              <a:rPr lang="en-US" sz="1200" b="1"/>
              <a:t>INDIA</a:t>
            </a:r>
          </a:p>
          <a:p>
            <a:pPr>
              <a:buSzPct val="100000"/>
            </a:pPr>
            <a:r>
              <a:rPr lang="en-US" sz="1200"/>
              <a:t>Trivandrum</a:t>
            </a:r>
          </a:p>
          <a:p>
            <a:pPr>
              <a:buSzPct val="100000"/>
            </a:pPr>
            <a:r>
              <a:rPr lang="en-US" sz="1200"/>
              <a:t>Bangalore</a:t>
            </a:r>
          </a:p>
          <a:p>
            <a:pPr>
              <a:buSzPct val="100000"/>
            </a:pPr>
            <a:r>
              <a:rPr lang="en-US" sz="1200"/>
              <a:t>Chennai</a:t>
            </a:r>
          </a:p>
          <a:p>
            <a:pPr>
              <a:buSzPct val="100000"/>
            </a:pPr>
            <a:r>
              <a:rPr lang="en-US" sz="1200"/>
              <a:t>Hyderabad</a:t>
            </a:r>
          </a:p>
          <a:p>
            <a:pPr>
              <a:buSzPct val="100000"/>
            </a:pPr>
            <a:r>
              <a:rPr lang="en-US" sz="1200"/>
              <a:t>Kochi</a:t>
            </a:r>
          </a:p>
          <a:p>
            <a:pPr>
              <a:buSzPct val="100000"/>
            </a:pPr>
            <a:r>
              <a:rPr lang="en-US" sz="1200"/>
              <a:t>Delhi</a:t>
            </a:r>
          </a:p>
          <a:p>
            <a:pPr>
              <a:buSzPct val="100000"/>
            </a:pPr>
            <a:r>
              <a:rPr lang="en-US" sz="1200"/>
              <a:t>Coimbatore Hosur </a:t>
            </a:r>
          </a:p>
          <a:p>
            <a:pPr>
              <a:buSzPct val="100000"/>
            </a:pPr>
            <a:r>
              <a:rPr lang="en-US" sz="1200"/>
              <a:t>Pune</a:t>
            </a:r>
          </a:p>
        </p:txBody>
      </p:sp>
      <p:sp>
        <p:nvSpPr>
          <p:cNvPr id="39" name="TextBox 38">
            <a:extLst>
              <a:ext uri="{FF2B5EF4-FFF2-40B4-BE49-F238E27FC236}">
                <a16:creationId xmlns:a16="http://schemas.microsoft.com/office/drawing/2014/main" id="{DEEF1C05-F2FE-4646-AD1B-B0CE35229B79}"/>
              </a:ext>
            </a:extLst>
          </p:cNvPr>
          <p:cNvSpPr txBox="1"/>
          <p:nvPr userDrawn="1"/>
        </p:nvSpPr>
        <p:spPr>
          <a:xfrm>
            <a:off x="10931624" y="2768161"/>
            <a:ext cx="697307" cy="1477328"/>
          </a:xfrm>
          <a:prstGeom prst="rect">
            <a:avLst/>
          </a:prstGeom>
          <a:noFill/>
        </p:spPr>
        <p:txBody>
          <a:bodyPr wrap="none" lIns="0" tIns="0" rIns="0" bIns="0" rtlCol="0">
            <a:spAutoFit/>
          </a:bodyPr>
          <a:lstStyle/>
          <a:p>
            <a:pPr>
              <a:lnSpc>
                <a:spcPct val="100000"/>
              </a:lnSpc>
              <a:buSzPct val="100000"/>
            </a:pPr>
            <a:r>
              <a:rPr lang="en-US" sz="1200" b="1"/>
              <a:t>APAC</a:t>
            </a:r>
          </a:p>
          <a:p>
            <a:pPr>
              <a:buSzPct val="100000"/>
            </a:pPr>
            <a:r>
              <a:rPr lang="en-US" sz="1200"/>
              <a:t>Singapore</a:t>
            </a:r>
          </a:p>
          <a:p>
            <a:pPr>
              <a:buSzPct val="100000"/>
            </a:pPr>
            <a:r>
              <a:rPr lang="en-US" sz="1200"/>
              <a:t>Manila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lang="en-US" sz="1200"/>
              <a:t>Sydney</a:t>
            </a:r>
          </a:p>
          <a:p>
            <a:pPr>
              <a:buSzPct val="100000"/>
            </a:pPr>
            <a:r>
              <a:rPr lang="en-US" sz="1200"/>
              <a:t>Penang</a:t>
            </a:r>
          </a:p>
          <a:p>
            <a:pPr>
              <a:buSzPct val="100000"/>
            </a:pPr>
            <a:r>
              <a:rPr lang="en-US" sz="1200"/>
              <a:t>Shanghai</a:t>
            </a:r>
          </a:p>
          <a:p>
            <a:pPr>
              <a:buSzPct val="100000"/>
            </a:pPr>
            <a:r>
              <a:rPr lang="en-US" sz="1200"/>
              <a:t>Taipei</a:t>
            </a:r>
          </a:p>
          <a:p>
            <a:pPr>
              <a:buSzPct val="100000"/>
            </a:pPr>
            <a:r>
              <a:rPr lang="en-US" sz="1200" b="0"/>
              <a:t>Cyberjaya</a:t>
            </a:r>
          </a:p>
        </p:txBody>
      </p:sp>
      <p:sp>
        <p:nvSpPr>
          <p:cNvPr id="40" name="Square">
            <a:extLst>
              <a:ext uri="{FF2B5EF4-FFF2-40B4-BE49-F238E27FC236}">
                <a16:creationId xmlns:a16="http://schemas.microsoft.com/office/drawing/2014/main" id="{D580DFEE-BFAA-4319-BEFF-5387C8640F34}"/>
              </a:ext>
            </a:extLst>
          </p:cNvPr>
          <p:cNvSpPr>
            <a:spLocks noChangeAspect="1"/>
          </p:cNvSpPr>
          <p:nvPr userDrawn="1"/>
        </p:nvSpPr>
        <p:spPr bwMode="auto">
          <a:xfrm>
            <a:off x="4476361" y="2479607"/>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1" name="Square">
            <a:extLst>
              <a:ext uri="{FF2B5EF4-FFF2-40B4-BE49-F238E27FC236}">
                <a16:creationId xmlns:a16="http://schemas.microsoft.com/office/drawing/2014/main" id="{F8ED0620-0F01-49C7-A641-00E8278E02DC}"/>
              </a:ext>
            </a:extLst>
          </p:cNvPr>
          <p:cNvSpPr>
            <a:spLocks noChangeAspect="1"/>
          </p:cNvSpPr>
          <p:nvPr userDrawn="1"/>
        </p:nvSpPr>
        <p:spPr bwMode="auto">
          <a:xfrm>
            <a:off x="4914279" y="265104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Square">
            <a:extLst>
              <a:ext uri="{FF2B5EF4-FFF2-40B4-BE49-F238E27FC236}">
                <a16:creationId xmlns:a16="http://schemas.microsoft.com/office/drawing/2014/main" id="{D0BE905E-103E-4DAF-A10F-92EA53AE9452}"/>
              </a:ext>
            </a:extLst>
          </p:cNvPr>
          <p:cNvSpPr>
            <a:spLocks noChangeAspect="1"/>
          </p:cNvSpPr>
          <p:nvPr userDrawn="1"/>
        </p:nvSpPr>
        <p:spPr bwMode="auto">
          <a:xfrm>
            <a:off x="5409623" y="292400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3" name="Square">
            <a:extLst>
              <a:ext uri="{FF2B5EF4-FFF2-40B4-BE49-F238E27FC236}">
                <a16:creationId xmlns:a16="http://schemas.microsoft.com/office/drawing/2014/main" id="{0D1D5D65-033C-43BF-A835-87164231DB30}"/>
              </a:ext>
            </a:extLst>
          </p:cNvPr>
          <p:cNvSpPr>
            <a:spLocks noChangeAspect="1"/>
          </p:cNvSpPr>
          <p:nvPr userDrawn="1"/>
        </p:nvSpPr>
        <p:spPr bwMode="auto">
          <a:xfrm>
            <a:off x="4547987" y="265392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Square">
            <a:extLst>
              <a:ext uri="{FF2B5EF4-FFF2-40B4-BE49-F238E27FC236}">
                <a16:creationId xmlns:a16="http://schemas.microsoft.com/office/drawing/2014/main" id="{A7F9CBB5-BFE6-43F2-B356-0E4FBFB8BAFD}"/>
              </a:ext>
            </a:extLst>
          </p:cNvPr>
          <p:cNvSpPr>
            <a:spLocks noChangeAspect="1"/>
          </p:cNvSpPr>
          <p:nvPr userDrawn="1"/>
        </p:nvSpPr>
        <p:spPr bwMode="auto">
          <a:xfrm>
            <a:off x="5330981" y="358017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Square">
            <a:extLst>
              <a:ext uri="{FF2B5EF4-FFF2-40B4-BE49-F238E27FC236}">
                <a16:creationId xmlns:a16="http://schemas.microsoft.com/office/drawing/2014/main" id="{9674ED3A-F5AA-4B4E-9451-A8133E3904A8}"/>
              </a:ext>
            </a:extLst>
          </p:cNvPr>
          <p:cNvSpPr>
            <a:spLocks noChangeAspect="1"/>
          </p:cNvSpPr>
          <p:nvPr userDrawn="1"/>
        </p:nvSpPr>
        <p:spPr bwMode="auto">
          <a:xfrm>
            <a:off x="5651021" y="375162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Square">
            <a:extLst>
              <a:ext uri="{FF2B5EF4-FFF2-40B4-BE49-F238E27FC236}">
                <a16:creationId xmlns:a16="http://schemas.microsoft.com/office/drawing/2014/main" id="{0F46294E-5101-4B8D-B2F6-3615C2814481}"/>
              </a:ext>
            </a:extLst>
          </p:cNvPr>
          <p:cNvSpPr>
            <a:spLocks noChangeAspect="1"/>
          </p:cNvSpPr>
          <p:nvPr userDrawn="1"/>
        </p:nvSpPr>
        <p:spPr bwMode="auto">
          <a:xfrm>
            <a:off x="5479571" y="400308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7" name="Square">
            <a:extLst>
              <a:ext uri="{FF2B5EF4-FFF2-40B4-BE49-F238E27FC236}">
                <a16:creationId xmlns:a16="http://schemas.microsoft.com/office/drawing/2014/main" id="{320907C3-F2B8-42EE-9EB9-798F87B69108}"/>
              </a:ext>
            </a:extLst>
          </p:cNvPr>
          <p:cNvSpPr>
            <a:spLocks noChangeAspect="1"/>
          </p:cNvSpPr>
          <p:nvPr userDrawn="1"/>
        </p:nvSpPr>
        <p:spPr bwMode="auto">
          <a:xfrm>
            <a:off x="7210484" y="2297025"/>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Square">
            <a:extLst>
              <a:ext uri="{FF2B5EF4-FFF2-40B4-BE49-F238E27FC236}">
                <a16:creationId xmlns:a16="http://schemas.microsoft.com/office/drawing/2014/main" id="{D8F80505-DD30-4FDF-93D7-C57DA28A79A6}"/>
              </a:ext>
            </a:extLst>
          </p:cNvPr>
          <p:cNvSpPr>
            <a:spLocks noChangeAspect="1"/>
          </p:cNvSpPr>
          <p:nvPr userDrawn="1"/>
        </p:nvSpPr>
        <p:spPr bwMode="auto">
          <a:xfrm>
            <a:off x="7564061" y="247097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Square">
            <a:extLst>
              <a:ext uri="{FF2B5EF4-FFF2-40B4-BE49-F238E27FC236}">
                <a16:creationId xmlns:a16="http://schemas.microsoft.com/office/drawing/2014/main" id="{FC343C01-6A0B-4831-99D1-1C877FF0F01B}"/>
              </a:ext>
            </a:extLst>
          </p:cNvPr>
          <p:cNvSpPr>
            <a:spLocks noChangeAspect="1"/>
          </p:cNvSpPr>
          <p:nvPr userDrawn="1"/>
        </p:nvSpPr>
        <p:spPr bwMode="auto">
          <a:xfrm>
            <a:off x="7918391" y="226523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Square">
            <a:extLst>
              <a:ext uri="{FF2B5EF4-FFF2-40B4-BE49-F238E27FC236}">
                <a16:creationId xmlns:a16="http://schemas.microsoft.com/office/drawing/2014/main" id="{48521FF2-2FCC-486F-BA0A-60708659484B}"/>
              </a:ext>
            </a:extLst>
          </p:cNvPr>
          <p:cNvSpPr>
            <a:spLocks noChangeAspect="1"/>
          </p:cNvSpPr>
          <p:nvPr userDrawn="1"/>
        </p:nvSpPr>
        <p:spPr bwMode="auto">
          <a:xfrm>
            <a:off x="8063400" y="271628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Square">
            <a:extLst>
              <a:ext uri="{FF2B5EF4-FFF2-40B4-BE49-F238E27FC236}">
                <a16:creationId xmlns:a16="http://schemas.microsoft.com/office/drawing/2014/main" id="{0CB3A543-13AE-4CC2-A67B-6586B39BF179}"/>
              </a:ext>
            </a:extLst>
          </p:cNvPr>
          <p:cNvSpPr>
            <a:spLocks noChangeAspect="1"/>
          </p:cNvSpPr>
          <p:nvPr userDrawn="1"/>
        </p:nvSpPr>
        <p:spPr bwMode="auto">
          <a:xfrm>
            <a:off x="7914810" y="284201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Square">
            <a:extLst>
              <a:ext uri="{FF2B5EF4-FFF2-40B4-BE49-F238E27FC236}">
                <a16:creationId xmlns:a16="http://schemas.microsoft.com/office/drawing/2014/main" id="{76C3C4D0-7BDC-4381-A142-6C1A70FBC5CE}"/>
              </a:ext>
            </a:extLst>
          </p:cNvPr>
          <p:cNvSpPr>
            <a:spLocks noChangeAspect="1"/>
          </p:cNvSpPr>
          <p:nvPr userDrawn="1"/>
        </p:nvSpPr>
        <p:spPr bwMode="auto">
          <a:xfrm>
            <a:off x="9102937" y="3461189"/>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Square">
            <a:extLst>
              <a:ext uri="{FF2B5EF4-FFF2-40B4-BE49-F238E27FC236}">
                <a16:creationId xmlns:a16="http://schemas.microsoft.com/office/drawing/2014/main" id="{E97C60D6-5152-44D5-A1A6-3BD0A6C4B24B}"/>
              </a:ext>
            </a:extLst>
          </p:cNvPr>
          <p:cNvSpPr>
            <a:spLocks noChangeAspect="1"/>
          </p:cNvSpPr>
          <p:nvPr userDrawn="1"/>
        </p:nvSpPr>
        <p:spPr bwMode="auto">
          <a:xfrm>
            <a:off x="8945438" y="333507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646120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numCol="2" spcCol="941832"/>
          <a:lstStyle>
            <a:lvl1pPr marL="0" indent="0">
              <a:buFontTx/>
              <a:buNone/>
              <a:tabLst>
                <a:tab pos="5254625" algn="r"/>
              </a:tabLst>
              <a:defRPr/>
            </a:lvl1pPr>
            <a:lvl2pPr marL="182880" indent="-182563">
              <a:tabLst>
                <a:tab pos="5254625" algn="r"/>
              </a:tabLst>
              <a:defRPr/>
            </a:lvl2pPr>
            <a:lvl3pPr marL="365760" indent="-182563">
              <a:tabLst>
                <a:tab pos="5254625" algn="r"/>
              </a:tabLst>
              <a:defRPr/>
            </a:lvl3pPr>
            <a:lvl4pPr marL="548640" indent="-182563">
              <a:tabLst>
                <a:tab pos="5254625" algn="r"/>
              </a:tabLst>
              <a:defRPr/>
            </a:lvl4pPr>
            <a:lvl5pPr marL="731520" indent="-182563">
              <a:tabLst>
                <a:tab pos="5254625" algn="r"/>
              </a:tabLst>
              <a:defRPr/>
            </a:lvl5pPr>
            <a:lvl6pPr marL="914400" indent="-182563">
              <a:tabLst>
                <a:tab pos="5254625" algn="r"/>
              </a:tabLst>
              <a:defRPr/>
            </a:lvl6pPr>
            <a:lvl7pPr marL="1097280" indent="-182563">
              <a:tabLst>
                <a:tab pos="5254625" algn="r"/>
              </a:tabLst>
              <a:defRPr/>
            </a:lvl7pPr>
            <a:lvl8pPr marL="1280160" indent="-182563">
              <a:tabLst>
                <a:tab pos="5254625" algn="r"/>
              </a:tabLst>
              <a:defRPr/>
            </a:lvl8pPr>
            <a:lvl9pPr marL="1463040" indent="-182563">
              <a:tabLst>
                <a:tab pos="5254625" algn="r"/>
              </a:tabLst>
              <a:defRPr/>
            </a:lvl9pPr>
          </a:lstStyle>
          <a:p>
            <a:pPr lvl="0"/>
            <a:r>
              <a:rPr lang="en-US"/>
              <a:t>[Agenda item]</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1781280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Tree>
    <p:extLst>
      <p:ext uri="{BB962C8B-B14F-4D97-AF65-F5344CB8AC3E}">
        <p14:creationId xmlns:p14="http://schemas.microsoft.com/office/powerpoint/2010/main" val="1032489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p15:clr>
            <a:srgbClr val="FBAE40"/>
          </p15:clr>
        </p15:guide>
        <p15:guide id="2" pos="2700">
          <p15:clr>
            <a:srgbClr val="FBAE40"/>
          </p15:clr>
        </p15:guide>
        <p15:guide id="3" orient="horz" pos="1266">
          <p15:clr>
            <a:srgbClr val="FBAE40"/>
          </p15:clr>
        </p15:guide>
        <p15:guide id="5" orient="horz" pos="4148">
          <p15:clr>
            <a:srgbClr val="FBAE40"/>
          </p15:clr>
        </p15:guide>
        <p15:guide id="6" pos="4978">
          <p15:clr>
            <a:srgbClr val="FBAE40"/>
          </p15:clr>
        </p15:guide>
        <p15:guide id="7" pos="5172">
          <p15:clr>
            <a:srgbClr val="FBAE40"/>
          </p15:clr>
        </p15:guide>
        <p15:guide id="8" orient="horz" pos="368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6719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8256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1556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6810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5527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p15:clr>
            <a:srgbClr val="FBAE40"/>
          </p15:clr>
        </p15:guide>
        <p15:guide id="4" pos="5172">
          <p15:clr>
            <a:srgbClr val="FBAE40"/>
          </p15:clr>
        </p15:guide>
        <p15:guide id="5" orient="horz" pos="3832">
          <p15:clr>
            <a:srgbClr val="FBAE40"/>
          </p15:clr>
        </p15:guide>
        <p15:guide id="6" orient="horz" pos="1152">
          <p15:clr>
            <a:srgbClr val="FBAE40"/>
          </p15:clr>
        </p15:guide>
        <p15:guide id="7" orient="horz" pos="414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368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defRPr>
            </a:lvl1pPr>
            <a:lvl2pPr marL="182880">
              <a:spcBef>
                <a:spcPts val="1200"/>
              </a:spcBef>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mn-lt"/>
                <a:cs typeface="Trebuchet MS"/>
              </a:rPr>
              <a:t> </a:t>
            </a:r>
            <a:fld id="{110FD68B-4EE4-9D43-89F2-B87D6C9CEE3A}" type="slidenum">
              <a:rPr lang="en-US" sz="800" smtClean="0">
                <a:solidFill>
                  <a:schemeClr val="bg1"/>
                </a:solidFill>
                <a:latin typeface="+mn-lt"/>
                <a:cs typeface="Trebuchet MS"/>
              </a:rPr>
              <a:pPr algn="r"/>
              <a:t>‹#›</a:t>
            </a:fld>
            <a:endParaRPr lang="en-US" sz="800">
              <a:solidFill>
                <a:schemeClr val="bg1"/>
              </a:solidFill>
              <a:latin typeface="+mn-lt"/>
              <a:cs typeface="Trebuchet MS"/>
            </a:endParaRPr>
          </a:p>
        </p:txBody>
      </p:sp>
    </p:spTree>
    <p:extLst>
      <p:ext uri="{BB962C8B-B14F-4D97-AF65-F5344CB8AC3E}">
        <p14:creationId xmlns:p14="http://schemas.microsoft.com/office/powerpoint/2010/main" val="702209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15677749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defRPr>
            </a:lvl1pPr>
          </a:lstStyle>
          <a:p>
            <a:r>
              <a:rPr lang="en-US"/>
              <a:t>[Click icon to insert photo]</a:t>
            </a:r>
          </a:p>
        </p:txBody>
      </p:sp>
    </p:spTree>
    <p:extLst>
      <p:ext uri="{BB962C8B-B14F-4D97-AF65-F5344CB8AC3E}">
        <p14:creationId xmlns:p14="http://schemas.microsoft.com/office/powerpoint/2010/main" val="9358679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p15:clr>
            <a:srgbClr val="FBAE40"/>
          </p15:clr>
        </p15:guide>
        <p15:guide id="6" pos="3934">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userDrawn="1"/>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p>
            <a:r>
              <a:rPr lang="en-US"/>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8088317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userDrawn="1"/>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0" name="Rectangle 29">
            <a:extLst>
              <a:ext uri="{FF2B5EF4-FFF2-40B4-BE49-F238E27FC236}">
                <a16:creationId xmlns:a16="http://schemas.microsoft.com/office/drawing/2014/main" id="{17D3E450-F0B4-AE4F-A018-48E5825AD249}"/>
              </a:ext>
            </a:extLst>
          </p:cNvPr>
          <p:cNvSpPr/>
          <p:nvPr userDrawn="1"/>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1" name="Rectangle 30">
            <a:extLst>
              <a:ext uri="{FF2B5EF4-FFF2-40B4-BE49-F238E27FC236}">
                <a16:creationId xmlns:a16="http://schemas.microsoft.com/office/drawing/2014/main" id="{EB2F3EF2-AD8F-BA42-80FD-6B2B75404CBE}"/>
              </a:ext>
            </a:extLst>
          </p:cNvPr>
          <p:cNvSpPr/>
          <p:nvPr userDrawn="1"/>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7" name="Rectangle 26">
            <a:extLst>
              <a:ext uri="{FF2B5EF4-FFF2-40B4-BE49-F238E27FC236}">
                <a16:creationId xmlns:a16="http://schemas.microsoft.com/office/drawing/2014/main" id="{A939AD89-F192-FF4C-9FDE-8CDC37E3A118}"/>
              </a:ext>
            </a:extLst>
          </p:cNvPr>
          <p:cNvSpPr/>
          <p:nvPr userDrawn="1"/>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8" name="Rectangle 27">
            <a:extLst>
              <a:ext uri="{FF2B5EF4-FFF2-40B4-BE49-F238E27FC236}">
                <a16:creationId xmlns:a16="http://schemas.microsoft.com/office/drawing/2014/main" id="{0F78E8BA-7299-5B4B-90EF-16DDCFF61B65}"/>
              </a:ext>
            </a:extLst>
          </p:cNvPr>
          <p:cNvSpPr/>
          <p:nvPr userDrawn="1"/>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Rectangle 1">
            <a:extLst>
              <a:ext uri="{FF2B5EF4-FFF2-40B4-BE49-F238E27FC236}">
                <a16:creationId xmlns:a16="http://schemas.microsoft.com/office/drawing/2014/main" id="{E39CEA8B-A2F8-3B4B-92B2-F430FA70E5D8}"/>
              </a:ext>
            </a:extLst>
          </p:cNvPr>
          <p:cNvSpPr/>
          <p:nvPr userDrawn="1"/>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Shape 254">
            <a:extLst>
              <a:ext uri="{FF2B5EF4-FFF2-40B4-BE49-F238E27FC236}">
                <a16:creationId xmlns:a16="http://schemas.microsoft.com/office/drawing/2014/main" id="{75862DAC-BC9F-534C-9C89-CE60499DB282}"/>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userDrawn="1"/>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4155786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defRPr>
            </a:lvl1pPr>
            <a:lvl2pPr marL="182880" indent="-182880">
              <a:spcBef>
                <a:spcPts val="1200"/>
              </a:spcBef>
              <a:buFont typeface="Arial" panose="020B0604020202020204" pitchFamily="34" charset="0"/>
              <a:buChar char="•"/>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[Statement]</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2769498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a:t>[Statement]</a:t>
            </a:r>
          </a:p>
        </p:txBody>
      </p:sp>
    </p:spTree>
    <p:extLst>
      <p:ext uri="{BB962C8B-B14F-4D97-AF65-F5344CB8AC3E}">
        <p14:creationId xmlns:p14="http://schemas.microsoft.com/office/powerpoint/2010/main" val="308449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5375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4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5804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5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8276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1152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91057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2786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3734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7538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Tree>
    <p:extLst>
      <p:ext uri="{BB962C8B-B14F-4D97-AF65-F5344CB8AC3E}">
        <p14:creationId xmlns:p14="http://schemas.microsoft.com/office/powerpoint/2010/main" val="572712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p>
            <a:r>
              <a:rPr lang="en-US"/>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a:t>
            </a:r>
            <a:r>
              <a:rPr lang="en-US" err="1"/>
              <a:t>Firstname</a:t>
            </a:r>
            <a:r>
              <a:rPr lang="en-US"/>
              <a:t> </a:t>
            </a:r>
            <a:r>
              <a:rPr lang="en-US" err="1"/>
              <a:t>Lastname</a:t>
            </a:r>
            <a:r>
              <a:rPr lang="en-US"/>
              <a:t>]</a:t>
            </a:r>
          </a:p>
          <a:p>
            <a:pPr lvl="1"/>
            <a:r>
              <a:rPr lang="en-US"/>
              <a:t>[Title, Region]</a:t>
            </a:r>
          </a:p>
          <a:p>
            <a:pPr lvl="2"/>
            <a:r>
              <a:rPr lang="en-US"/>
              <a:t>[Summary]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[Sector]</a:t>
            </a:r>
          </a:p>
          <a:p>
            <a:pPr lvl="1"/>
            <a:r>
              <a:rPr lang="en-US"/>
              <a:t>[00 years of experience]</a:t>
            </a:r>
          </a:p>
          <a:p>
            <a:pPr lvl="2"/>
            <a:r>
              <a:rPr lang="en-US"/>
              <a:t>[Biography]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2488705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p15:clr>
            <a:srgbClr val="FBAE40"/>
          </p15:clr>
        </p15:guide>
        <p15:guide id="2" pos="4580">
          <p15:clr>
            <a:srgbClr val="FBAE40"/>
          </p15:clr>
        </p15:guide>
        <p15:guide id="3" orient="horz" pos="1152">
          <p15:clr>
            <a:srgbClr val="FBAE40"/>
          </p15:clr>
        </p15:guide>
        <p15:guide id="4" orient="horz" pos="3832">
          <p15:clr>
            <a:srgbClr val="FBAE40"/>
          </p15:clr>
        </p15:guide>
        <p15:guide id="5" pos="1890">
          <p15:clr>
            <a:srgbClr val="FBAE40"/>
          </p15:clr>
        </p15:guide>
        <p15:guide id="6" pos="208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userDrawn="1"/>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124712" y="731520"/>
            <a:ext cx="8503920" cy="2103120"/>
          </a:xfrm>
        </p:spPr>
        <p:txBody>
          <a:bodyPr anchor="t"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p>
            <a:pPr lvl="0"/>
            <a:r>
              <a:rPr lang="en-US"/>
              <a:t>[Additional content, if needed]</a:t>
            </a:r>
          </a:p>
        </p:txBody>
      </p:sp>
    </p:spTree>
    <p:extLst>
      <p:ext uri="{BB962C8B-B14F-4D97-AF65-F5344CB8AC3E}">
        <p14:creationId xmlns:p14="http://schemas.microsoft.com/office/powerpoint/2010/main" val="1456174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p15:clr>
            <a:srgbClr val="FBAE40"/>
          </p15:clr>
        </p15:guide>
        <p15:guide id="3" orient="horz" pos="3832">
          <p15:clr>
            <a:srgbClr val="FBAE40"/>
          </p15:clr>
        </p15:guide>
        <p15:guide id="4" orient="horz" pos="4148">
          <p15:clr>
            <a:srgbClr val="FBAE40"/>
          </p15:clr>
        </p15:guide>
        <p15:guide id="5" pos="708">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10252880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7853704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15393574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20564793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30382353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4070358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8663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p15:clr>
            <a:srgbClr val="FBAE40"/>
          </p15:clr>
        </p15:guide>
        <p15:guide id="3" orient="horz" pos="4148">
          <p15:clr>
            <a:srgbClr val="FBAE40"/>
          </p15:clr>
        </p15:guide>
        <p15:guide id="4" orient="horz" pos="1152">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3_Boundless impact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userDrawn="1"/>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4" name="TextBox 3">
            <a:extLst>
              <a:ext uri="{FF2B5EF4-FFF2-40B4-BE49-F238E27FC236}">
                <a16:creationId xmlns:a16="http://schemas.microsoft.com/office/drawing/2014/main" id="{98950798-3CD2-0446-A548-33B6591367B8}"/>
              </a:ext>
            </a:extLst>
          </p:cNvPr>
          <p:cNvSpPr txBox="1"/>
          <p:nvPr userDrawn="1"/>
        </p:nvSpPr>
        <p:spPr>
          <a:xfrm>
            <a:off x="1371995" y="3826932"/>
            <a:ext cx="5446494" cy="1501423"/>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3820017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4_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userDrawn="1"/>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8500080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1_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[Optional contact information]</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a:solidFill>
                  <a:schemeClr val="bg1"/>
                </a:solidFill>
              </a:rPr>
              <a:t>ust.com</a:t>
            </a:r>
          </a:p>
        </p:txBody>
      </p:sp>
    </p:spTree>
    <p:extLst>
      <p:ext uri="{BB962C8B-B14F-4D97-AF65-F5344CB8AC3E}">
        <p14:creationId xmlns:p14="http://schemas.microsoft.com/office/powerpoint/2010/main" val="32067034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p15:clr>
            <a:srgbClr val="FBAE40"/>
          </p15:clr>
        </p15:guide>
        <p15:guide id="5" orient="horz" pos="4090">
          <p15:clr>
            <a:srgbClr val="FBAE40"/>
          </p15:clr>
        </p15:guide>
        <p15:guide id="6" pos="5594">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a:t>Copyright © 2023 by UST Global Inc. All rights reserved.</a:t>
            </a:r>
          </a:p>
          <a:p>
            <a:pPr>
              <a:lnSpc>
                <a:spcPct val="100000"/>
              </a:lnSpc>
              <a:spcBef>
                <a:spcPts val="1200"/>
              </a:spcBef>
              <a:buSzPct val="100000"/>
            </a:pPr>
            <a:r>
              <a:rPr lang="en-US"/>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a:t>UST</a:t>
            </a:r>
            <a:r>
              <a:rPr lang="en-US" baseline="30000"/>
              <a:t>®</a:t>
            </a:r>
            <a:r>
              <a:rPr lang="en-US"/>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a:solidFill>
                  <a:schemeClr val="tx1"/>
                </a:solidFill>
              </a:rPr>
              <a:t>UST</a:t>
            </a:r>
          </a:p>
          <a:p>
            <a:pPr>
              <a:lnSpc>
                <a:spcPct val="100000"/>
              </a:lnSpc>
              <a:spcBef>
                <a:spcPts val="0"/>
              </a:spcBef>
              <a:buSzPct val="100000"/>
            </a:pPr>
            <a:r>
              <a:rPr lang="en-US" b="0">
                <a:solidFill>
                  <a:schemeClr val="tx1"/>
                </a:solidFill>
              </a:rPr>
              <a:t>5 Polaris Way</a:t>
            </a:r>
          </a:p>
          <a:p>
            <a:pPr>
              <a:lnSpc>
                <a:spcPct val="100000"/>
              </a:lnSpc>
              <a:spcBef>
                <a:spcPts val="0"/>
              </a:spcBef>
              <a:buSzPct val="100000"/>
            </a:pPr>
            <a:r>
              <a:rPr lang="en-US" b="0">
                <a:solidFill>
                  <a:schemeClr val="tx1"/>
                </a:solidFill>
              </a:rPr>
              <a:t>Aliso Viejo, CA 92656</a:t>
            </a:r>
          </a:p>
          <a:p>
            <a:pPr>
              <a:lnSpc>
                <a:spcPct val="100000"/>
              </a:lnSpc>
              <a:spcBef>
                <a:spcPts val="1200"/>
              </a:spcBef>
              <a:buSzPct val="100000"/>
            </a:pPr>
            <a:r>
              <a:rPr lang="en-US" b="0">
                <a:solidFill>
                  <a:schemeClr val="tx1"/>
                </a:solidFill>
              </a:rPr>
              <a:t>T +1 949 716 8757</a:t>
            </a:r>
          </a:p>
          <a:p>
            <a:pPr>
              <a:lnSpc>
                <a:spcPct val="100000"/>
              </a:lnSpc>
              <a:spcBef>
                <a:spcPts val="0"/>
              </a:spcBef>
              <a:buSzPct val="100000"/>
            </a:pPr>
            <a:r>
              <a:rPr lang="en-US" b="0">
                <a:solidFill>
                  <a:schemeClr val="tx1"/>
                </a:solidFill>
              </a:rPr>
              <a:t>F +1 949 716 8396</a:t>
            </a:r>
          </a:p>
          <a:p>
            <a:pPr>
              <a:lnSpc>
                <a:spcPct val="100000"/>
              </a:lnSpc>
              <a:spcBef>
                <a:spcPts val="1200"/>
              </a:spcBef>
              <a:buSzPct val="100000"/>
            </a:pPr>
            <a:r>
              <a:rPr lang="en-US" b="1">
                <a:solidFill>
                  <a:schemeClr val="tx1"/>
                </a:solidFill>
              </a:rPr>
              <a:t>ust.com</a:t>
            </a:r>
          </a:p>
        </p:txBody>
      </p:sp>
      <p:sp>
        <p:nvSpPr>
          <p:cNvPr id="11" name="LinkedIn">
            <a:hlinkClick r:id="rId2"/>
            <a:extLst>
              <a:ext uri="{FF2B5EF4-FFF2-40B4-BE49-F238E27FC236}">
                <a16:creationId xmlns:a16="http://schemas.microsoft.com/office/drawing/2014/main" id="{36E860F1-0833-42C3-B18C-E49EAE88C996}"/>
              </a:ext>
            </a:extLst>
          </p:cNvPr>
          <p:cNvSpPr>
            <a:spLocks noChangeAspect="1" noEditPoints="1"/>
          </p:cNvSpPr>
          <p:nvPr userDrawn="1"/>
        </p:nvSpPr>
        <p:spPr bwMode="auto">
          <a:xfrm>
            <a:off x="9197136" y="5555832"/>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acebook">
            <a:hlinkClick r:id="rId3"/>
            <a:extLst>
              <a:ext uri="{FF2B5EF4-FFF2-40B4-BE49-F238E27FC236}">
                <a16:creationId xmlns:a16="http://schemas.microsoft.com/office/drawing/2014/main" id="{D3CE881A-2E2C-4BF7-81A2-0B6ABD537CEA}"/>
              </a:ext>
            </a:extLst>
          </p:cNvPr>
          <p:cNvSpPr>
            <a:spLocks/>
          </p:cNvSpPr>
          <p:nvPr userDrawn="1"/>
        </p:nvSpPr>
        <p:spPr bwMode="auto">
          <a:xfrm>
            <a:off x="9674955"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Twitter">
            <a:hlinkClick r:id="rId4"/>
            <a:extLst>
              <a:ext uri="{FF2B5EF4-FFF2-40B4-BE49-F238E27FC236}">
                <a16:creationId xmlns:a16="http://schemas.microsoft.com/office/drawing/2014/main" id="{BF12F575-1E00-479B-A66D-E741929EE483}"/>
              </a:ext>
            </a:extLst>
          </p:cNvPr>
          <p:cNvSpPr>
            <a:spLocks/>
          </p:cNvSpPr>
          <p:nvPr userDrawn="1"/>
        </p:nvSpPr>
        <p:spPr bwMode="auto">
          <a:xfrm>
            <a:off x="10031913" y="5580629"/>
            <a:ext cx="268783" cy="219456"/>
          </a:xfrm>
          <a:custGeom>
            <a:avLst/>
            <a:gdLst>
              <a:gd name="T0" fmla="*/ 709 w 709"/>
              <a:gd name="T1" fmla="*/ 68 h 576"/>
              <a:gd name="T2" fmla="*/ 709 w 709"/>
              <a:gd name="T3" fmla="*/ 68 h 576"/>
              <a:gd name="T4" fmla="*/ 626 w 709"/>
              <a:gd name="T5" fmla="*/ 91 h 576"/>
              <a:gd name="T6" fmla="*/ 690 w 709"/>
              <a:gd name="T7" fmla="*/ 11 h 576"/>
              <a:gd name="T8" fmla="*/ 597 w 709"/>
              <a:gd name="T9" fmla="*/ 46 h 576"/>
              <a:gd name="T10" fmla="*/ 491 w 709"/>
              <a:gd name="T11" fmla="*/ 0 h 576"/>
              <a:gd name="T12" fmla="*/ 346 w 709"/>
              <a:gd name="T13" fmla="*/ 145 h 576"/>
              <a:gd name="T14" fmla="*/ 350 w 709"/>
              <a:gd name="T15" fmla="*/ 179 h 576"/>
              <a:gd name="T16" fmla="*/ 50 w 709"/>
              <a:gd name="T17" fmla="*/ 27 h 576"/>
              <a:gd name="T18" fmla="*/ 30 w 709"/>
              <a:gd name="T19" fmla="*/ 100 h 576"/>
              <a:gd name="T20" fmla="*/ 95 w 709"/>
              <a:gd name="T21" fmla="*/ 221 h 576"/>
              <a:gd name="T22" fmla="*/ 29 w 709"/>
              <a:gd name="T23" fmla="*/ 203 h 576"/>
              <a:gd name="T24" fmla="*/ 29 w 709"/>
              <a:gd name="T25" fmla="*/ 204 h 576"/>
              <a:gd name="T26" fmla="*/ 146 w 709"/>
              <a:gd name="T27" fmla="*/ 347 h 576"/>
              <a:gd name="T28" fmla="*/ 107 w 709"/>
              <a:gd name="T29" fmla="*/ 352 h 576"/>
              <a:gd name="T30" fmla="*/ 80 w 709"/>
              <a:gd name="T31" fmla="*/ 349 h 576"/>
              <a:gd name="T32" fmla="*/ 216 w 709"/>
              <a:gd name="T33" fmla="*/ 450 h 576"/>
              <a:gd name="T34" fmla="*/ 35 w 709"/>
              <a:gd name="T35" fmla="*/ 513 h 576"/>
              <a:gd name="T36" fmla="*/ 0 w 709"/>
              <a:gd name="T37" fmla="*/ 511 h 576"/>
              <a:gd name="T38" fmla="*/ 223 w 709"/>
              <a:gd name="T39" fmla="*/ 576 h 576"/>
              <a:gd name="T40" fmla="*/ 637 w 709"/>
              <a:gd name="T41" fmla="*/ 162 h 576"/>
              <a:gd name="T42" fmla="*/ 637 w 709"/>
              <a:gd name="T43" fmla="*/ 143 h 576"/>
              <a:gd name="T44" fmla="*/ 709 w 709"/>
              <a:gd name="T45" fmla="*/ 6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9" h="576">
                <a:moveTo>
                  <a:pt x="709" y="68"/>
                </a:moveTo>
                <a:lnTo>
                  <a:pt x="709" y="68"/>
                </a:lnTo>
                <a:cubicBezTo>
                  <a:pt x="683" y="80"/>
                  <a:pt x="655" y="88"/>
                  <a:pt x="626" y="91"/>
                </a:cubicBezTo>
                <a:cubicBezTo>
                  <a:pt x="656" y="73"/>
                  <a:pt x="679" y="45"/>
                  <a:pt x="690" y="11"/>
                </a:cubicBezTo>
                <a:cubicBezTo>
                  <a:pt x="662" y="27"/>
                  <a:pt x="630" y="39"/>
                  <a:pt x="597" y="46"/>
                </a:cubicBezTo>
                <a:cubicBezTo>
                  <a:pt x="571" y="18"/>
                  <a:pt x="533" y="0"/>
                  <a:pt x="491" y="0"/>
                </a:cubicBezTo>
                <a:cubicBezTo>
                  <a:pt x="411" y="0"/>
                  <a:pt x="346" y="65"/>
                  <a:pt x="346" y="145"/>
                </a:cubicBezTo>
                <a:cubicBezTo>
                  <a:pt x="346" y="157"/>
                  <a:pt x="347" y="168"/>
                  <a:pt x="350" y="179"/>
                </a:cubicBezTo>
                <a:cubicBezTo>
                  <a:pt x="229" y="172"/>
                  <a:pt x="122" y="115"/>
                  <a:pt x="50" y="27"/>
                </a:cubicBezTo>
                <a:cubicBezTo>
                  <a:pt x="37" y="48"/>
                  <a:pt x="30" y="73"/>
                  <a:pt x="30" y="100"/>
                </a:cubicBezTo>
                <a:cubicBezTo>
                  <a:pt x="30" y="150"/>
                  <a:pt x="56" y="195"/>
                  <a:pt x="95" y="221"/>
                </a:cubicBezTo>
                <a:cubicBezTo>
                  <a:pt x="71" y="220"/>
                  <a:pt x="49" y="213"/>
                  <a:pt x="29" y="203"/>
                </a:cubicBezTo>
                <a:cubicBezTo>
                  <a:pt x="29" y="203"/>
                  <a:pt x="29" y="204"/>
                  <a:pt x="29" y="204"/>
                </a:cubicBezTo>
                <a:cubicBezTo>
                  <a:pt x="29" y="275"/>
                  <a:pt x="79" y="334"/>
                  <a:pt x="146" y="347"/>
                </a:cubicBezTo>
                <a:cubicBezTo>
                  <a:pt x="133" y="350"/>
                  <a:pt x="121" y="352"/>
                  <a:pt x="107" y="352"/>
                </a:cubicBezTo>
                <a:cubicBezTo>
                  <a:pt x="98" y="352"/>
                  <a:pt x="89" y="351"/>
                  <a:pt x="80" y="349"/>
                </a:cubicBezTo>
                <a:cubicBezTo>
                  <a:pt x="98" y="407"/>
                  <a:pt x="152" y="449"/>
                  <a:pt x="216" y="450"/>
                </a:cubicBezTo>
                <a:cubicBezTo>
                  <a:pt x="166" y="489"/>
                  <a:pt x="103" y="513"/>
                  <a:pt x="35" y="513"/>
                </a:cubicBezTo>
                <a:cubicBezTo>
                  <a:pt x="23" y="513"/>
                  <a:pt x="12" y="512"/>
                  <a:pt x="0" y="511"/>
                </a:cubicBezTo>
                <a:cubicBezTo>
                  <a:pt x="65" y="552"/>
                  <a:pt x="141" y="576"/>
                  <a:pt x="223" y="576"/>
                </a:cubicBezTo>
                <a:cubicBezTo>
                  <a:pt x="491" y="576"/>
                  <a:pt x="637" y="354"/>
                  <a:pt x="637" y="162"/>
                </a:cubicBezTo>
                <a:cubicBezTo>
                  <a:pt x="637" y="156"/>
                  <a:pt x="637" y="150"/>
                  <a:pt x="637" y="143"/>
                </a:cubicBezTo>
                <a:cubicBezTo>
                  <a:pt x="665" y="123"/>
                  <a:pt x="690" y="97"/>
                  <a:pt x="709" y="68"/>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YouTube">
            <a:hlinkClick r:id="rId5"/>
            <a:extLst>
              <a:ext uri="{FF2B5EF4-FFF2-40B4-BE49-F238E27FC236}">
                <a16:creationId xmlns:a16="http://schemas.microsoft.com/office/drawing/2014/main" id="{7FB14B23-C759-4C47-887D-A27839DAE366}"/>
              </a:ext>
            </a:extLst>
          </p:cNvPr>
          <p:cNvSpPr>
            <a:spLocks noEditPoints="1"/>
          </p:cNvSpPr>
          <p:nvPr userDrawn="1"/>
        </p:nvSpPr>
        <p:spPr bwMode="auto">
          <a:xfrm>
            <a:off x="10916563" y="5594887"/>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pic>
        <p:nvPicPr>
          <p:cNvPr id="10" name="Picture 22" descr="A close up of a sign&#10;&#10;Description automatically generated">
            <a:extLst>
              <a:ext uri="{FF2B5EF4-FFF2-40B4-BE49-F238E27FC236}">
                <a16:creationId xmlns:a16="http://schemas.microsoft.com/office/drawing/2014/main" id="{1BF68AD8-32F7-6640-ABD8-B8FA66DB0802}"/>
              </a:ext>
            </a:extLst>
          </p:cNvPr>
          <p:cNvPicPr>
            <a:picLocks noChangeAspect="1"/>
          </p:cNvPicPr>
          <p:nvPr userDrawn="1"/>
        </p:nvPicPr>
        <p:blipFill>
          <a:blip r:embed="rId6"/>
          <a:stretch>
            <a:fillRect/>
          </a:stretch>
        </p:blipFill>
        <p:spPr>
          <a:xfrm>
            <a:off x="10475771" y="5555833"/>
            <a:ext cx="265741" cy="262852"/>
          </a:xfrm>
          <a:prstGeom prst="rect">
            <a:avLst/>
          </a:prstGeom>
        </p:spPr>
      </p:pic>
    </p:spTree>
    <p:extLst>
      <p:ext uri="{BB962C8B-B14F-4D97-AF65-F5344CB8AC3E}">
        <p14:creationId xmlns:p14="http://schemas.microsoft.com/office/powerpoint/2010/main" val="3070913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userDrawn="1"/>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a:ln>
                  <a:noFill/>
                </a:ln>
                <a:solidFill>
                  <a:srgbClr val="FFFFFF"/>
                </a:solidFill>
                <a:effectLst/>
                <a:uLnTx/>
                <a:uFillTx/>
                <a:latin typeface="+mn-lt"/>
                <a:ea typeface="+mj-ea"/>
                <a:cs typeface="+mj-cs"/>
              </a:rPr>
              <a:t>Appendix</a:t>
            </a:r>
            <a:endParaRPr lang="en-US" sz="4800" b="0"/>
          </a:p>
        </p:txBody>
      </p:sp>
    </p:spTree>
    <p:extLst>
      <p:ext uri="{BB962C8B-B14F-4D97-AF65-F5344CB8AC3E}">
        <p14:creationId xmlns:p14="http://schemas.microsoft.com/office/powerpoint/2010/main" val="17869115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_Black and Sand spli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2" name="Freeform 31">
            <a:extLst>
              <a:ext uri="{FF2B5EF4-FFF2-40B4-BE49-F238E27FC236}">
                <a16:creationId xmlns:a16="http://schemas.microsoft.com/office/drawing/2014/main" id="{136403A3-D4C5-E84F-8B96-DE5D6AE3517C}"/>
              </a:ext>
            </a:extLst>
          </p:cNvPr>
          <p:cNvSpPr/>
          <p:nvPr userDrawn="1"/>
        </p:nvSpPr>
        <p:spPr>
          <a:xfrm>
            <a:off x="6788426" y="1206231"/>
            <a:ext cx="4930087" cy="4977602"/>
          </a:xfrm>
          <a:custGeom>
            <a:avLst/>
            <a:gdLst>
              <a:gd name="connsiteX0" fmla="*/ 0 w 4409647"/>
              <a:gd name="connsiteY0" fmla="*/ 0 h 4749057"/>
              <a:gd name="connsiteX1" fmla="*/ 3702744 w 4409647"/>
              <a:gd name="connsiteY1" fmla="*/ 0 h 4749057"/>
              <a:gd name="connsiteX2" fmla="*/ 3703129 w 4409647"/>
              <a:gd name="connsiteY2" fmla="*/ 1391 h 4749057"/>
              <a:gd name="connsiteX3" fmla="*/ 4409647 w 4409647"/>
              <a:gd name="connsiteY3" fmla="*/ 1391 h 4749057"/>
              <a:gd name="connsiteX4" fmla="*/ 4409647 w 4409647"/>
              <a:gd name="connsiteY4" fmla="*/ 4749057 h 4749057"/>
              <a:gd name="connsiteX5" fmla="*/ 3599008 w 4409647"/>
              <a:gd name="connsiteY5" fmla="*/ 4749057 h 4749057"/>
              <a:gd name="connsiteX6" fmla="*/ 3599008 w 4409647"/>
              <a:gd name="connsiteY6" fmla="*/ 4749049 h 4749057"/>
              <a:gd name="connsiteX7" fmla="*/ 0 w 4409647"/>
              <a:gd name="connsiteY7" fmla="*/ 4749049 h 4749057"/>
              <a:gd name="connsiteX8" fmla="*/ 657529 w 4409647"/>
              <a:gd name="connsiteY8" fmla="*/ 2374525 h 474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9647" h="4749057">
                <a:moveTo>
                  <a:pt x="0" y="0"/>
                </a:moveTo>
                <a:lnTo>
                  <a:pt x="3702744" y="0"/>
                </a:lnTo>
                <a:lnTo>
                  <a:pt x="3703129" y="1391"/>
                </a:lnTo>
                <a:lnTo>
                  <a:pt x="4409647" y="1391"/>
                </a:lnTo>
                <a:lnTo>
                  <a:pt x="4409647" y="4749057"/>
                </a:lnTo>
                <a:lnTo>
                  <a:pt x="3599008" y="4749057"/>
                </a:lnTo>
                <a:lnTo>
                  <a:pt x="3599008" y="4749049"/>
                </a:lnTo>
                <a:lnTo>
                  <a:pt x="0" y="4749049"/>
                </a:lnTo>
                <a:lnTo>
                  <a:pt x="657529" y="2374525"/>
                </a:lnTo>
                <a:close/>
              </a:path>
            </a:pathLst>
          </a:custGeom>
          <a:blipFill>
            <a:blip r:embed="rId2" cstate="print">
              <a:extLst>
                <a:ext uri="{28A0092B-C50C-407E-A947-70E740481C1C}">
                  <a14:useLocalDpi xmlns:a14="http://schemas.microsoft.com/office/drawing/2010/main" val="0"/>
                </a:ext>
              </a:extLst>
            </a:blip>
            <a:srcRect/>
            <a:stretch>
              <a:fillRect/>
            </a:stretch>
          </a:blipFill>
          <a:ln>
            <a:noFill/>
          </a:ln>
        </p:spPr>
        <p:style>
          <a:lnRef idx="0">
            <a:schemeClr val="accent1"/>
          </a:lnRef>
          <a:fillRef idx="1">
            <a:schemeClr val="accent1"/>
          </a:fillRef>
          <a:effectRef idx="0">
            <a:srgbClr val="000000"/>
          </a:effectRef>
          <a:fontRef idx="minor">
            <a:schemeClr val="bg1"/>
          </a:fontRef>
        </p:style>
        <p:txBody>
          <a:bodyPr wrap="square" rtlCol="0" anchor="ctr">
            <a:noAutofit/>
          </a:bodyPr>
          <a:lstStyle/>
          <a:p>
            <a:pPr algn="ctr">
              <a:lnSpc>
                <a:spcPct val="100000"/>
              </a:lnSpc>
            </a:pPr>
            <a:endParaRPr lang="en-US" sz="1800"/>
          </a:p>
        </p:txBody>
      </p:sp>
      <p:sp>
        <p:nvSpPr>
          <p:cNvPr id="33" name="Pentagon 32">
            <a:extLst>
              <a:ext uri="{FF2B5EF4-FFF2-40B4-BE49-F238E27FC236}">
                <a16:creationId xmlns:a16="http://schemas.microsoft.com/office/drawing/2014/main" id="{754B9373-6DD7-4342-A7CF-94901BAE2421}"/>
              </a:ext>
            </a:extLst>
          </p:cNvPr>
          <p:cNvSpPr/>
          <p:nvPr userDrawn="1"/>
        </p:nvSpPr>
        <p:spPr>
          <a:xfrm>
            <a:off x="365760" y="1206231"/>
            <a:ext cx="7207857" cy="4977594"/>
          </a:xfrm>
          <a:prstGeom prst="homePlate">
            <a:avLst>
              <a:gd name="adj" fmla="val 14796"/>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6" name="Content Placeholder 2">
            <a:extLst>
              <a:ext uri="{FF2B5EF4-FFF2-40B4-BE49-F238E27FC236}">
                <a16:creationId xmlns:a16="http://schemas.microsoft.com/office/drawing/2014/main" id="{CB09CFE8-20C6-F140-A80A-4DC505D8D0F1}"/>
              </a:ext>
            </a:extLst>
          </p:cNvPr>
          <p:cNvSpPr>
            <a:spLocks noGrp="1"/>
          </p:cNvSpPr>
          <p:nvPr>
            <p:ph sz="half" idx="1"/>
          </p:nvPr>
        </p:nvSpPr>
        <p:spPr>
          <a:xfrm>
            <a:off x="725558" y="1535028"/>
            <a:ext cx="5864086" cy="432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9706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28800"/>
            <a:ext cx="11457432" cy="4251960"/>
          </a:xfrm>
          <a:prstGeom prst="rect">
            <a:avLst/>
          </a:prstGeom>
        </p:spPr>
        <p:txBody>
          <a:bodyPr vert="horz" lIns="0" tIns="0" rIns="0" bIns="0" spcCol="3017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Legal">
            <a:extLst>
              <a:ext uri="{FF2B5EF4-FFF2-40B4-BE49-F238E27FC236}">
                <a16:creationId xmlns:a16="http://schemas.microsoft.com/office/drawing/2014/main" id="{4CF0DBC0-0449-664B-8AD9-C52EDB6E5938}"/>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t>Confidential and Proprietary. © 2024 UST</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Tree>
    <p:extLst>
      <p:ext uri="{BB962C8B-B14F-4D97-AF65-F5344CB8AC3E}">
        <p14:creationId xmlns:p14="http://schemas.microsoft.com/office/powerpoint/2010/main" val="35073285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750" r:id="rId4"/>
    <p:sldLayoutId id="2147483751" r:id="rId5"/>
    <p:sldLayoutId id="2147483752"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 id="2147483689" r:id="rId32"/>
    <p:sldLayoutId id="2147483690" r:id="rId33"/>
    <p:sldLayoutId id="2147483691" r:id="rId34"/>
    <p:sldLayoutId id="2147483692" r:id="rId35"/>
    <p:sldLayoutId id="2147483693" r:id="rId36"/>
    <p:sldLayoutId id="2147483694" r:id="rId37"/>
    <p:sldLayoutId id="2147483695" r:id="rId38"/>
    <p:sldLayoutId id="2147483696" r:id="rId39"/>
    <p:sldLayoutId id="2147483697" r:id="rId40"/>
    <p:sldLayoutId id="2147483698" r:id="rId41"/>
    <p:sldLayoutId id="2147483699" r:id="rId42"/>
    <p:sldLayoutId id="2147483700" r:id="rId43"/>
    <p:sldLayoutId id="2147483701" r:id="rId44"/>
    <p:sldLayoutId id="2147483702" r:id="rId45"/>
    <p:sldLayoutId id="2147483703"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5" r:id="rId56"/>
    <p:sldLayoutId id="2147483716" r:id="rId57"/>
    <p:sldLayoutId id="2147483717" r:id="rId58"/>
    <p:sldLayoutId id="2147483718" r:id="rId59"/>
    <p:sldLayoutId id="2147483719" r:id="rId60"/>
    <p:sldLayoutId id="2147483720" r:id="rId61"/>
    <p:sldLayoutId id="2147483721" r:id="rId62"/>
    <p:sldLayoutId id="2147483722" r:id="rId63"/>
    <p:sldLayoutId id="2147483723" r:id="rId64"/>
    <p:sldLayoutId id="2147483724" r:id="rId65"/>
    <p:sldLayoutId id="2147483725" r:id="rId66"/>
    <p:sldLayoutId id="2147483726" r:id="rId67"/>
    <p:sldLayoutId id="2147483727" r:id="rId68"/>
    <p:sldLayoutId id="2147483728" r:id="rId69"/>
    <p:sldLayoutId id="2147483729" r:id="rId70"/>
    <p:sldLayoutId id="2147483730" r:id="rId71"/>
    <p:sldLayoutId id="2147483731" r:id="rId72"/>
    <p:sldLayoutId id="2147483732" r:id="rId73"/>
    <p:sldLayoutId id="2147483733" r:id="rId74"/>
    <p:sldLayoutId id="2147483734" r:id="rId75"/>
    <p:sldLayoutId id="2147483735" r:id="rId76"/>
    <p:sldLayoutId id="2147483736" r:id="rId77"/>
    <p:sldLayoutId id="2147483737" r:id="rId78"/>
    <p:sldLayoutId id="2147483738" r:id="rId79"/>
    <p:sldLayoutId id="2147483739" r:id="rId80"/>
    <p:sldLayoutId id="2147483740" r:id="rId81"/>
    <p:sldLayoutId id="2147483741" r:id="rId82"/>
    <p:sldLayoutId id="2147483742" r:id="rId83"/>
    <p:sldLayoutId id="2147483743" r:id="rId84"/>
    <p:sldLayoutId id="2147483744" r:id="rId85"/>
    <p:sldLayoutId id="2147483745" r:id="rId86"/>
    <p:sldLayoutId id="2147483746" r:id="rId87"/>
    <p:sldLayoutId id="2147483747" r:id="rId88"/>
    <p:sldLayoutId id="2147483748" r:id="rId89"/>
    <p:sldLayoutId id="2147483749" r:id="rId9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p15:clr>
            <a:srgbClr val="F26B43"/>
          </p15:clr>
        </p15:guide>
        <p15:guide id="2" pos="230">
          <p15:clr>
            <a:srgbClr val="F26B43"/>
          </p15:clr>
        </p15:guide>
        <p15:guide id="3" pos="74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2" Type="http://schemas.openxmlformats.org/officeDocument/2006/relationships/hyperlink" Target="http://127.0.0.1:8000/" TargetMode="External"/><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srinandan-ust/finance-tracker" TargetMode="External"/><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63DE2C5-CB59-6455-D96C-A0C89D4889ED}"/>
              </a:ext>
            </a:extLst>
          </p:cNvPr>
          <p:cNvSpPr>
            <a:spLocks noGrp="1"/>
          </p:cNvSpPr>
          <p:nvPr>
            <p:ph type="ctrTitle"/>
          </p:nvPr>
        </p:nvSpPr>
        <p:spPr/>
        <p:txBody>
          <a:bodyPr/>
          <a:lstStyle/>
          <a:p>
            <a:r>
              <a:rPr lang="en-IN" dirty="0"/>
              <a:t>Zest Finance</a:t>
            </a:r>
          </a:p>
        </p:txBody>
      </p:sp>
      <p:sp>
        <p:nvSpPr>
          <p:cNvPr id="4" name="Subtitle 3">
            <a:extLst>
              <a:ext uri="{FF2B5EF4-FFF2-40B4-BE49-F238E27FC236}">
                <a16:creationId xmlns:a16="http://schemas.microsoft.com/office/drawing/2014/main" id="{70B8D402-9BD9-9E2A-1E24-EC38943155A5}"/>
              </a:ext>
            </a:extLst>
          </p:cNvPr>
          <p:cNvSpPr>
            <a:spLocks noGrp="1"/>
          </p:cNvSpPr>
          <p:nvPr>
            <p:ph type="subTitle" idx="1"/>
          </p:nvPr>
        </p:nvSpPr>
        <p:spPr/>
        <p:txBody>
          <a:bodyPr/>
          <a:lstStyle/>
          <a:p>
            <a:r>
              <a:rPr lang="en-IN" dirty="0"/>
              <a:t>Finance tracking tool using Django</a:t>
            </a:r>
          </a:p>
          <a:p>
            <a:r>
              <a:rPr lang="en-IN" dirty="0"/>
              <a:t>Team - Code Blooded</a:t>
            </a:r>
          </a:p>
        </p:txBody>
      </p:sp>
      <p:sp>
        <p:nvSpPr>
          <p:cNvPr id="5" name="Text Placeholder 4">
            <a:extLst>
              <a:ext uri="{FF2B5EF4-FFF2-40B4-BE49-F238E27FC236}">
                <a16:creationId xmlns:a16="http://schemas.microsoft.com/office/drawing/2014/main" id="{DF087B0C-AB9A-BE79-D9AE-E7EFCA5FF51C}"/>
              </a:ext>
            </a:extLst>
          </p:cNvPr>
          <p:cNvSpPr>
            <a:spLocks noGrp="1"/>
          </p:cNvSpPr>
          <p:nvPr>
            <p:ph type="body" sz="quarter" idx="10"/>
          </p:nvPr>
        </p:nvSpPr>
        <p:spPr/>
        <p:txBody>
          <a:bodyPr/>
          <a:lstStyle/>
          <a:p>
            <a:r>
              <a:rPr lang="en-IN" dirty="0" err="1"/>
              <a:t>Bincy</a:t>
            </a:r>
            <a:r>
              <a:rPr lang="en-IN" dirty="0"/>
              <a:t> </a:t>
            </a:r>
            <a:r>
              <a:rPr lang="en-IN" dirty="0" err="1"/>
              <a:t>Franclin</a:t>
            </a:r>
            <a:endParaRPr lang="en-IN" dirty="0"/>
          </a:p>
          <a:p>
            <a:r>
              <a:rPr lang="en-IN" dirty="0"/>
              <a:t>Krishna Priya Santhosh</a:t>
            </a:r>
          </a:p>
          <a:p>
            <a:r>
              <a:rPr lang="en-IN" dirty="0"/>
              <a:t>Srinandan P</a:t>
            </a:r>
          </a:p>
        </p:txBody>
      </p:sp>
    </p:spTree>
    <p:extLst>
      <p:ext uri="{BB962C8B-B14F-4D97-AF65-F5344CB8AC3E}">
        <p14:creationId xmlns:p14="http://schemas.microsoft.com/office/powerpoint/2010/main" val="3702133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7525D-0624-34C7-8DBB-A170BAECC079}"/>
              </a:ext>
            </a:extLst>
          </p:cNvPr>
          <p:cNvSpPr>
            <a:spLocks noGrp="1"/>
          </p:cNvSpPr>
          <p:nvPr>
            <p:ph type="title"/>
          </p:nvPr>
        </p:nvSpPr>
        <p:spPr/>
        <p:txBody>
          <a:bodyPr/>
          <a:lstStyle/>
          <a:p>
            <a:r>
              <a:rPr lang="en-IN" dirty="0"/>
              <a:t>Project Overview</a:t>
            </a:r>
          </a:p>
        </p:txBody>
      </p:sp>
      <p:sp>
        <p:nvSpPr>
          <p:cNvPr id="3" name="TextBox 2">
            <a:extLst>
              <a:ext uri="{FF2B5EF4-FFF2-40B4-BE49-F238E27FC236}">
                <a16:creationId xmlns:a16="http://schemas.microsoft.com/office/drawing/2014/main" id="{219BE123-2C6E-4249-4899-03666D23FE63}"/>
              </a:ext>
            </a:extLst>
          </p:cNvPr>
          <p:cNvSpPr txBox="1"/>
          <p:nvPr/>
        </p:nvSpPr>
        <p:spPr>
          <a:xfrm>
            <a:off x="598714" y="1280160"/>
            <a:ext cx="10972800" cy="4696097"/>
          </a:xfrm>
          <a:prstGeom prst="rect">
            <a:avLst/>
          </a:prstGeom>
          <a:noFill/>
        </p:spPr>
        <p:txBody>
          <a:bodyPr wrap="square" lIns="0" tIns="0" rIns="0" bIns="0" rtlCol="0">
            <a:noAutofit/>
          </a:bodyPr>
          <a:lstStyle/>
          <a:p>
            <a:pPr marL="285750" indent="-285750">
              <a:lnSpc>
                <a:spcPct val="100000"/>
              </a:lnSpc>
              <a:spcBef>
                <a:spcPts val="1200"/>
              </a:spcBef>
              <a:buSzPct val="100000"/>
              <a:buFont typeface="Wingdings" panose="05000000000000000000" pitchFamily="2" charset="2"/>
              <a:buChar char="§"/>
            </a:pPr>
            <a:r>
              <a:rPr lang="en-IN" dirty="0"/>
              <a:t>Title: Zest Finance – A Personal Finance Tracking tool</a:t>
            </a:r>
          </a:p>
          <a:p>
            <a:pPr marL="285750" indent="-285750">
              <a:lnSpc>
                <a:spcPct val="100000"/>
              </a:lnSpc>
              <a:spcBef>
                <a:spcPts val="1200"/>
              </a:spcBef>
              <a:buSzPct val="100000"/>
              <a:buFont typeface="Wingdings" panose="05000000000000000000" pitchFamily="2" charset="2"/>
              <a:buChar char="§"/>
            </a:pPr>
            <a:endParaRPr lang="en-IN" dirty="0"/>
          </a:p>
          <a:p>
            <a:pPr marL="285750" indent="-285750">
              <a:lnSpc>
                <a:spcPct val="100000"/>
              </a:lnSpc>
              <a:spcBef>
                <a:spcPts val="1200"/>
              </a:spcBef>
              <a:buSzPct val="100000"/>
              <a:buFont typeface="Wingdings" panose="05000000000000000000" pitchFamily="2" charset="2"/>
              <a:buChar char="§"/>
            </a:pPr>
            <a:r>
              <a:rPr lang="en-IN" dirty="0"/>
              <a:t>Objective: A simple lightweight web application for tracking personal finance, calculating investments and predicting loan eligibility</a:t>
            </a:r>
          </a:p>
          <a:p>
            <a:pPr marL="285750" indent="-285750">
              <a:lnSpc>
                <a:spcPct val="100000"/>
              </a:lnSpc>
              <a:spcBef>
                <a:spcPts val="1200"/>
              </a:spcBef>
              <a:buSzPct val="100000"/>
              <a:buFont typeface="Wingdings" panose="05000000000000000000" pitchFamily="2" charset="2"/>
              <a:buChar char="§"/>
            </a:pPr>
            <a:endParaRPr lang="en-IN" dirty="0"/>
          </a:p>
          <a:p>
            <a:pPr marL="285750" indent="-285750">
              <a:lnSpc>
                <a:spcPct val="100000"/>
              </a:lnSpc>
              <a:spcBef>
                <a:spcPts val="1200"/>
              </a:spcBef>
              <a:buSzPct val="100000"/>
              <a:buFont typeface="Wingdings" panose="05000000000000000000" pitchFamily="2" charset="2"/>
              <a:buChar char="§"/>
            </a:pPr>
            <a:r>
              <a:rPr lang="en-IN" dirty="0"/>
              <a:t>Created using</a:t>
            </a:r>
          </a:p>
          <a:p>
            <a:pPr marL="742950" lvl="1" indent="-285750">
              <a:spcBef>
                <a:spcPts val="1200"/>
              </a:spcBef>
              <a:buSzPct val="100000"/>
              <a:buFont typeface="Wingdings" panose="05000000000000000000" pitchFamily="2" charset="2"/>
              <a:buChar char="§"/>
            </a:pPr>
            <a:r>
              <a:rPr lang="en-IN" dirty="0"/>
              <a:t>Python 3.13.3</a:t>
            </a:r>
          </a:p>
          <a:p>
            <a:pPr marL="742950" lvl="1" indent="-285750">
              <a:spcBef>
                <a:spcPts val="1200"/>
              </a:spcBef>
              <a:buSzPct val="100000"/>
              <a:buFont typeface="Wingdings" panose="05000000000000000000" pitchFamily="2" charset="2"/>
              <a:buChar char="§"/>
            </a:pPr>
            <a:r>
              <a:rPr lang="en-IN" dirty="0"/>
              <a:t>Django</a:t>
            </a:r>
          </a:p>
        </p:txBody>
      </p:sp>
    </p:spTree>
    <p:extLst>
      <p:ext uri="{BB962C8B-B14F-4D97-AF65-F5344CB8AC3E}">
        <p14:creationId xmlns:p14="http://schemas.microsoft.com/office/powerpoint/2010/main" val="3160269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7525D-0624-34C7-8DBB-A170BAECC079}"/>
              </a:ext>
            </a:extLst>
          </p:cNvPr>
          <p:cNvSpPr>
            <a:spLocks noGrp="1"/>
          </p:cNvSpPr>
          <p:nvPr>
            <p:ph type="title"/>
          </p:nvPr>
        </p:nvSpPr>
        <p:spPr/>
        <p:txBody>
          <a:bodyPr/>
          <a:lstStyle/>
          <a:p>
            <a:r>
              <a:rPr lang="en-IN" dirty="0"/>
              <a:t>Finance tool features</a:t>
            </a:r>
          </a:p>
        </p:txBody>
      </p:sp>
      <p:sp>
        <p:nvSpPr>
          <p:cNvPr id="3" name="TextBox 2">
            <a:extLst>
              <a:ext uri="{FF2B5EF4-FFF2-40B4-BE49-F238E27FC236}">
                <a16:creationId xmlns:a16="http://schemas.microsoft.com/office/drawing/2014/main" id="{219BE123-2C6E-4249-4899-03666D23FE63}"/>
              </a:ext>
            </a:extLst>
          </p:cNvPr>
          <p:cNvSpPr txBox="1"/>
          <p:nvPr/>
        </p:nvSpPr>
        <p:spPr>
          <a:xfrm>
            <a:off x="598714" y="1280160"/>
            <a:ext cx="10972800" cy="4696097"/>
          </a:xfrm>
          <a:prstGeom prst="rect">
            <a:avLst/>
          </a:prstGeom>
          <a:noFill/>
        </p:spPr>
        <p:txBody>
          <a:bodyPr wrap="square" lIns="0" tIns="0" rIns="0" bIns="0" rtlCol="0">
            <a:noAutofit/>
          </a:bodyPr>
          <a:lstStyle/>
          <a:p>
            <a:pPr marL="285750" indent="-285750">
              <a:buFont typeface="Wingdings" panose="05000000000000000000" pitchFamily="2" charset="2"/>
              <a:buChar char="§"/>
            </a:pPr>
            <a:r>
              <a:rPr lang="en-IN" sz="1600" dirty="0"/>
              <a:t>EMI Calculator</a:t>
            </a:r>
          </a:p>
          <a:p>
            <a:pPr marL="285750" indent="-285750">
              <a:buFont typeface="Wingdings" panose="05000000000000000000" pitchFamily="2" charset="2"/>
              <a:buChar char="§"/>
            </a:pPr>
            <a:endParaRPr lang="en-IN" sz="1600" dirty="0"/>
          </a:p>
          <a:p>
            <a:pPr marL="285750" indent="-285750">
              <a:buFont typeface="Wingdings" panose="05000000000000000000" pitchFamily="2" charset="2"/>
              <a:buChar char="§"/>
            </a:pPr>
            <a:r>
              <a:rPr lang="en-IN" sz="1600" dirty="0"/>
              <a:t>SIP Calculator</a:t>
            </a:r>
          </a:p>
          <a:p>
            <a:pPr marL="285750" indent="-285750">
              <a:buFont typeface="Wingdings" panose="05000000000000000000" pitchFamily="2" charset="2"/>
              <a:buChar char="§"/>
            </a:pPr>
            <a:endParaRPr lang="en-IN" sz="1600" dirty="0"/>
          </a:p>
          <a:p>
            <a:pPr marL="285750" indent="-285750">
              <a:buFont typeface="Wingdings" panose="05000000000000000000" pitchFamily="2" charset="2"/>
              <a:buChar char="§"/>
            </a:pPr>
            <a:r>
              <a:rPr lang="en-IN" sz="1600" dirty="0"/>
              <a:t>FD Calculator</a:t>
            </a:r>
          </a:p>
          <a:p>
            <a:pPr marL="285750" indent="-285750">
              <a:buFont typeface="Wingdings" panose="05000000000000000000" pitchFamily="2" charset="2"/>
              <a:buChar char="§"/>
            </a:pPr>
            <a:endParaRPr lang="en-IN" sz="1600" dirty="0"/>
          </a:p>
          <a:p>
            <a:pPr marL="285750" indent="-285750">
              <a:buFont typeface="Wingdings" panose="05000000000000000000" pitchFamily="2" charset="2"/>
              <a:buChar char="§"/>
            </a:pPr>
            <a:r>
              <a:rPr lang="en-IN" sz="1600" dirty="0"/>
              <a:t>RD Calculator</a:t>
            </a:r>
          </a:p>
          <a:p>
            <a:pPr marL="285750" indent="-285750">
              <a:buFont typeface="Wingdings" panose="05000000000000000000" pitchFamily="2" charset="2"/>
              <a:buChar char="§"/>
            </a:pPr>
            <a:endParaRPr lang="en-IN" sz="1600" dirty="0"/>
          </a:p>
          <a:p>
            <a:pPr marL="285750" indent="-285750">
              <a:buFont typeface="Wingdings" panose="05000000000000000000" pitchFamily="2" charset="2"/>
              <a:buChar char="§"/>
            </a:pPr>
            <a:r>
              <a:rPr lang="en-IN" sz="1600" dirty="0"/>
              <a:t>Retirement Estimator</a:t>
            </a:r>
          </a:p>
          <a:p>
            <a:pPr marL="285750" indent="-285750">
              <a:buFont typeface="Wingdings" panose="05000000000000000000" pitchFamily="2" charset="2"/>
              <a:buChar char="§"/>
            </a:pPr>
            <a:endParaRPr lang="en-IN" sz="1600" dirty="0"/>
          </a:p>
          <a:p>
            <a:pPr marL="285750" indent="-285750">
              <a:buFont typeface="Wingdings" panose="05000000000000000000" pitchFamily="2" charset="2"/>
              <a:buChar char="§"/>
            </a:pPr>
            <a:r>
              <a:rPr lang="en-IN" sz="1600" dirty="0"/>
              <a:t>Home Loan Estimator</a:t>
            </a:r>
          </a:p>
          <a:p>
            <a:pPr marL="285750" indent="-285750">
              <a:buFont typeface="Wingdings" panose="05000000000000000000" pitchFamily="2" charset="2"/>
              <a:buChar char="§"/>
            </a:pPr>
            <a:endParaRPr lang="en-IN" sz="1600" dirty="0"/>
          </a:p>
          <a:p>
            <a:pPr marL="285750" indent="-285750">
              <a:buFont typeface="Wingdings" panose="05000000000000000000" pitchFamily="2" charset="2"/>
              <a:buChar char="§"/>
            </a:pPr>
            <a:r>
              <a:rPr lang="en-IN" sz="1600" dirty="0"/>
              <a:t>Credit Card Interest Calculator</a:t>
            </a:r>
          </a:p>
          <a:p>
            <a:pPr marL="285750" indent="-285750">
              <a:buFont typeface="Wingdings" panose="05000000000000000000" pitchFamily="2" charset="2"/>
              <a:buChar char="§"/>
            </a:pPr>
            <a:endParaRPr lang="en-IN" sz="1600" dirty="0"/>
          </a:p>
          <a:p>
            <a:pPr marL="285750" indent="-285750">
              <a:buFont typeface="Wingdings" panose="05000000000000000000" pitchFamily="2" charset="2"/>
              <a:buChar char="§"/>
            </a:pPr>
            <a:r>
              <a:rPr lang="en-IN" sz="1600" dirty="0"/>
              <a:t>Taxable Income Calculator</a:t>
            </a:r>
          </a:p>
          <a:p>
            <a:pPr marL="285750" indent="-285750">
              <a:buFont typeface="Wingdings" panose="05000000000000000000" pitchFamily="2" charset="2"/>
              <a:buChar char="§"/>
            </a:pPr>
            <a:endParaRPr lang="en-IN" sz="1600" dirty="0"/>
          </a:p>
          <a:p>
            <a:pPr marL="285750" indent="-285750">
              <a:buFont typeface="Wingdings" panose="05000000000000000000" pitchFamily="2" charset="2"/>
              <a:buChar char="§"/>
            </a:pPr>
            <a:r>
              <a:rPr lang="en-IN" sz="1600" dirty="0"/>
              <a:t>Budget Planner</a:t>
            </a:r>
          </a:p>
          <a:p>
            <a:pPr marL="285750" indent="-285750">
              <a:buFont typeface="Wingdings" panose="05000000000000000000" pitchFamily="2" charset="2"/>
              <a:buChar char="§"/>
            </a:pPr>
            <a:endParaRPr lang="en-IN" sz="1600" dirty="0"/>
          </a:p>
          <a:p>
            <a:pPr marL="285750" indent="-285750">
              <a:buFont typeface="Wingdings" panose="05000000000000000000" pitchFamily="2" charset="2"/>
              <a:buChar char="§"/>
            </a:pPr>
            <a:r>
              <a:rPr lang="en-IN" sz="1600" dirty="0"/>
              <a:t>Net Worth Calculator</a:t>
            </a:r>
          </a:p>
        </p:txBody>
      </p:sp>
    </p:spTree>
    <p:extLst>
      <p:ext uri="{BB962C8B-B14F-4D97-AF65-F5344CB8AC3E}">
        <p14:creationId xmlns:p14="http://schemas.microsoft.com/office/powerpoint/2010/main" val="829542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7525D-0624-34C7-8DBB-A170BAECC079}"/>
              </a:ext>
            </a:extLst>
          </p:cNvPr>
          <p:cNvSpPr>
            <a:spLocks noGrp="1"/>
          </p:cNvSpPr>
          <p:nvPr>
            <p:ph type="title"/>
          </p:nvPr>
        </p:nvSpPr>
        <p:spPr/>
        <p:txBody>
          <a:bodyPr/>
          <a:lstStyle/>
          <a:p>
            <a:r>
              <a:rPr lang="en-IN" dirty="0"/>
              <a:t>Django-Based Banking Web Application - Features</a:t>
            </a:r>
          </a:p>
        </p:txBody>
      </p:sp>
      <p:sp>
        <p:nvSpPr>
          <p:cNvPr id="3" name="TextBox 2">
            <a:extLst>
              <a:ext uri="{FF2B5EF4-FFF2-40B4-BE49-F238E27FC236}">
                <a16:creationId xmlns:a16="http://schemas.microsoft.com/office/drawing/2014/main" id="{219BE123-2C6E-4249-4899-03666D23FE63}"/>
              </a:ext>
            </a:extLst>
          </p:cNvPr>
          <p:cNvSpPr txBox="1"/>
          <p:nvPr/>
        </p:nvSpPr>
        <p:spPr>
          <a:xfrm>
            <a:off x="598714" y="1280160"/>
            <a:ext cx="10972800" cy="4696097"/>
          </a:xfrm>
          <a:prstGeom prst="rect">
            <a:avLst/>
          </a:prstGeom>
          <a:noFill/>
        </p:spPr>
        <p:txBody>
          <a:bodyPr wrap="square" lIns="0" tIns="0" rIns="0" bIns="0" rtlCol="0">
            <a:noAutofit/>
          </a:bodyPr>
          <a:lstStyle/>
          <a:p>
            <a:pPr marL="342900" indent="-342900">
              <a:buFont typeface="Arial" panose="020B0604020202020204" pitchFamily="34" charset="0"/>
              <a:buChar char="•"/>
            </a:pPr>
            <a:r>
              <a:rPr lang="en-US" sz="2000" dirty="0"/>
              <a:t>Python module: finance_tools.py</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Contains 10 financial calculators</a:t>
            </a:r>
          </a:p>
          <a:p>
            <a:endParaRPr lang="en-US" sz="2000" dirty="0"/>
          </a:p>
          <a:p>
            <a:pPr marL="342900" indent="-342900">
              <a:buFont typeface="Arial" panose="020B0604020202020204" pitchFamily="34" charset="0"/>
              <a:buChar char="•"/>
            </a:pPr>
            <a:r>
              <a:rPr lang="en-US" sz="2000" dirty="0"/>
              <a:t>Unit Testing: test_finance_tools.py using </a:t>
            </a:r>
            <a:r>
              <a:rPr lang="en-US" sz="2000" dirty="0" err="1"/>
              <a:t>unittest</a:t>
            </a: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Documentation: README.md and docstrings</a:t>
            </a:r>
          </a:p>
        </p:txBody>
      </p:sp>
    </p:spTree>
    <p:extLst>
      <p:ext uri="{BB962C8B-B14F-4D97-AF65-F5344CB8AC3E}">
        <p14:creationId xmlns:p14="http://schemas.microsoft.com/office/powerpoint/2010/main" val="4008916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7525D-0624-34C7-8DBB-A170BAECC079}"/>
              </a:ext>
            </a:extLst>
          </p:cNvPr>
          <p:cNvSpPr>
            <a:spLocks noGrp="1"/>
          </p:cNvSpPr>
          <p:nvPr>
            <p:ph type="title"/>
          </p:nvPr>
        </p:nvSpPr>
        <p:spPr/>
        <p:txBody>
          <a:bodyPr/>
          <a:lstStyle/>
          <a:p>
            <a:r>
              <a:rPr lang="en-IN" dirty="0"/>
              <a:t>Django-Based Banking Web Application - Features</a:t>
            </a:r>
          </a:p>
        </p:txBody>
      </p:sp>
      <p:sp>
        <p:nvSpPr>
          <p:cNvPr id="3" name="TextBox 2">
            <a:extLst>
              <a:ext uri="{FF2B5EF4-FFF2-40B4-BE49-F238E27FC236}">
                <a16:creationId xmlns:a16="http://schemas.microsoft.com/office/drawing/2014/main" id="{219BE123-2C6E-4249-4899-03666D23FE63}"/>
              </a:ext>
            </a:extLst>
          </p:cNvPr>
          <p:cNvSpPr txBox="1"/>
          <p:nvPr/>
        </p:nvSpPr>
        <p:spPr>
          <a:xfrm>
            <a:off x="598714" y="1280160"/>
            <a:ext cx="10972800" cy="4696097"/>
          </a:xfrm>
          <a:prstGeom prst="rect">
            <a:avLst/>
          </a:prstGeom>
          <a:noFill/>
        </p:spPr>
        <p:txBody>
          <a:bodyPr wrap="square" lIns="0" tIns="0" rIns="0" bIns="0" rtlCol="0">
            <a:noAutofit/>
          </a:bodyPr>
          <a:lstStyle/>
          <a:p>
            <a:pPr marL="342900" indent="-342900">
              <a:buFont typeface="Wingdings" panose="05000000000000000000" pitchFamily="2" charset="2"/>
              <a:buChar char="§"/>
            </a:pPr>
            <a:r>
              <a:rPr lang="en-US" sz="2000" dirty="0"/>
              <a:t>Secure user registration/login</a:t>
            </a:r>
          </a:p>
          <a:p>
            <a:pPr marL="342900" indent="-342900">
              <a:buFont typeface="Wingdings" panose="05000000000000000000" pitchFamily="2" charset="2"/>
              <a:buChar char="§"/>
            </a:pPr>
            <a:endParaRPr lang="en-US" sz="2000" dirty="0"/>
          </a:p>
          <a:p>
            <a:pPr marL="342900" indent="-342900">
              <a:buFont typeface="Wingdings" panose="05000000000000000000" pitchFamily="2" charset="2"/>
              <a:buChar char="§"/>
            </a:pPr>
            <a:r>
              <a:rPr lang="en-US" sz="2000" dirty="0"/>
              <a:t>Bank account management (view, deposit, withdraw)</a:t>
            </a:r>
          </a:p>
          <a:p>
            <a:pPr marL="342900" indent="-342900">
              <a:buFont typeface="Wingdings" panose="05000000000000000000" pitchFamily="2" charset="2"/>
              <a:buChar char="§"/>
            </a:pPr>
            <a:endParaRPr lang="en-US" sz="2000" dirty="0"/>
          </a:p>
          <a:p>
            <a:pPr marL="342900" indent="-342900">
              <a:buFont typeface="Wingdings" panose="05000000000000000000" pitchFamily="2" charset="2"/>
              <a:buChar char="§"/>
            </a:pPr>
            <a:r>
              <a:rPr lang="en-US" sz="2000" dirty="0"/>
              <a:t>Password encryption with Django auth</a:t>
            </a:r>
          </a:p>
          <a:p>
            <a:pPr marL="342900" indent="-342900">
              <a:buFont typeface="Wingdings" panose="05000000000000000000" pitchFamily="2" charset="2"/>
              <a:buChar char="§"/>
            </a:pPr>
            <a:endParaRPr lang="en-US" sz="2000" dirty="0"/>
          </a:p>
          <a:p>
            <a:pPr marL="342900" indent="-342900">
              <a:buFont typeface="Wingdings" panose="05000000000000000000" pitchFamily="2" charset="2"/>
              <a:buChar char="§"/>
            </a:pPr>
            <a:r>
              <a:rPr lang="en-US" sz="2000" dirty="0">
                <a:hlinkClick r:id="rId2"/>
              </a:rPr>
              <a:t>Dashboard</a:t>
            </a:r>
            <a:r>
              <a:rPr lang="en-US" sz="2000" dirty="0"/>
              <a:t> with financial tools (accessible post-login)</a:t>
            </a:r>
          </a:p>
        </p:txBody>
      </p:sp>
    </p:spTree>
    <p:extLst>
      <p:ext uri="{BB962C8B-B14F-4D97-AF65-F5344CB8AC3E}">
        <p14:creationId xmlns:p14="http://schemas.microsoft.com/office/powerpoint/2010/main" val="1195134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7525D-0624-34C7-8DBB-A170BAECC079}"/>
              </a:ext>
            </a:extLst>
          </p:cNvPr>
          <p:cNvSpPr>
            <a:spLocks noGrp="1"/>
          </p:cNvSpPr>
          <p:nvPr>
            <p:ph type="title"/>
          </p:nvPr>
        </p:nvSpPr>
        <p:spPr/>
        <p:txBody>
          <a:bodyPr/>
          <a:lstStyle/>
          <a:p>
            <a:r>
              <a:rPr lang="en-IN" dirty="0"/>
              <a:t>Loan Eligibility prediction using AI</a:t>
            </a:r>
          </a:p>
        </p:txBody>
      </p:sp>
      <p:sp>
        <p:nvSpPr>
          <p:cNvPr id="3" name="TextBox 2">
            <a:extLst>
              <a:ext uri="{FF2B5EF4-FFF2-40B4-BE49-F238E27FC236}">
                <a16:creationId xmlns:a16="http://schemas.microsoft.com/office/drawing/2014/main" id="{219BE123-2C6E-4249-4899-03666D23FE63}"/>
              </a:ext>
            </a:extLst>
          </p:cNvPr>
          <p:cNvSpPr txBox="1"/>
          <p:nvPr/>
        </p:nvSpPr>
        <p:spPr>
          <a:xfrm>
            <a:off x="598714" y="1280160"/>
            <a:ext cx="10972800" cy="4696097"/>
          </a:xfrm>
          <a:prstGeom prst="rect">
            <a:avLst/>
          </a:prstGeom>
          <a:noFill/>
        </p:spPr>
        <p:txBody>
          <a:bodyPr wrap="square" lIns="0" tIns="0" rIns="0" bIns="0" rtlCol="0">
            <a:noAutofit/>
          </a:bodyPr>
          <a:lstStyle/>
          <a:p>
            <a:pPr marL="285750" indent="-285750">
              <a:buFont typeface="Wingdings" panose="05000000000000000000" pitchFamily="2" charset="2"/>
              <a:buChar char="§"/>
            </a:pPr>
            <a:r>
              <a:rPr lang="en-US" sz="2400" dirty="0"/>
              <a:t>ML Model to predict loan amount based on applicant features using Linear Regression</a:t>
            </a:r>
          </a:p>
          <a:p>
            <a:pPr marL="285750" indent="-285750">
              <a:buFont typeface="Wingdings" panose="05000000000000000000" pitchFamily="2" charset="2"/>
              <a:buChar char="§"/>
            </a:pPr>
            <a:endParaRPr lang="en-US" sz="2400" dirty="0"/>
          </a:p>
          <a:p>
            <a:pPr marL="285750" indent="-285750">
              <a:buFont typeface="Wingdings" panose="05000000000000000000" pitchFamily="2" charset="2"/>
              <a:buChar char="§"/>
            </a:pPr>
            <a:r>
              <a:rPr lang="en-US" sz="2400" dirty="0"/>
              <a:t>Dataset used: loan_amount_prediction_dataset_v2.csv</a:t>
            </a:r>
          </a:p>
          <a:p>
            <a:pPr marL="285750" indent="-285750">
              <a:buFont typeface="Wingdings" panose="05000000000000000000" pitchFamily="2" charset="2"/>
              <a:buChar char="§"/>
            </a:pPr>
            <a:endParaRPr lang="en-US" sz="2400" dirty="0"/>
          </a:p>
          <a:p>
            <a:pPr marL="285750" indent="-285750">
              <a:buFont typeface="Wingdings" panose="05000000000000000000" pitchFamily="2" charset="2"/>
              <a:buChar char="§"/>
            </a:pPr>
            <a:r>
              <a:rPr lang="en-US" sz="2400" dirty="0"/>
              <a:t>Data Splitting:80% training, 20% testing</a:t>
            </a:r>
          </a:p>
          <a:p>
            <a:pPr marL="285750" indent="-285750">
              <a:buFont typeface="Wingdings" panose="05000000000000000000" pitchFamily="2" charset="2"/>
              <a:buChar char="§"/>
            </a:pPr>
            <a:endParaRPr lang="en-US" sz="2400" dirty="0"/>
          </a:p>
          <a:p>
            <a:pPr marL="285750" indent="-285750">
              <a:buFont typeface="Wingdings" panose="05000000000000000000" pitchFamily="2" charset="2"/>
              <a:buChar char="§"/>
            </a:pPr>
            <a:r>
              <a:rPr lang="en-US" sz="2400" dirty="0"/>
              <a:t>Trained model saved as .</a:t>
            </a:r>
            <a:r>
              <a:rPr lang="en-US" sz="2400" dirty="0" err="1"/>
              <a:t>pkl</a:t>
            </a:r>
            <a:r>
              <a:rPr lang="en-US" sz="2400" dirty="0"/>
              <a:t> for deployment or use in the web application</a:t>
            </a:r>
          </a:p>
          <a:p>
            <a:pPr marL="285750" indent="-285750">
              <a:buFont typeface="Wingdings" panose="05000000000000000000" pitchFamily="2" charset="2"/>
              <a:buChar char="§"/>
            </a:pPr>
            <a:endParaRPr lang="en-US" sz="2400" dirty="0"/>
          </a:p>
          <a:p>
            <a:pPr marL="285750" indent="-285750">
              <a:buFont typeface="Wingdings" panose="05000000000000000000" pitchFamily="2" charset="2"/>
              <a:buChar char="§"/>
            </a:pPr>
            <a:endParaRPr lang="en-IN" dirty="0"/>
          </a:p>
        </p:txBody>
      </p:sp>
    </p:spTree>
    <p:extLst>
      <p:ext uri="{BB962C8B-B14F-4D97-AF65-F5344CB8AC3E}">
        <p14:creationId xmlns:p14="http://schemas.microsoft.com/office/powerpoint/2010/main" val="1528097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7525D-0624-34C7-8DBB-A170BAECC079}"/>
              </a:ext>
            </a:extLst>
          </p:cNvPr>
          <p:cNvSpPr>
            <a:spLocks noGrp="1"/>
          </p:cNvSpPr>
          <p:nvPr>
            <p:ph type="title"/>
          </p:nvPr>
        </p:nvSpPr>
        <p:spPr/>
        <p:txBody>
          <a:bodyPr/>
          <a:lstStyle/>
          <a:p>
            <a:r>
              <a:rPr lang="en-IN" dirty="0"/>
              <a:t>Project Management</a:t>
            </a:r>
          </a:p>
        </p:txBody>
      </p:sp>
      <p:sp>
        <p:nvSpPr>
          <p:cNvPr id="3" name="TextBox 2">
            <a:extLst>
              <a:ext uri="{FF2B5EF4-FFF2-40B4-BE49-F238E27FC236}">
                <a16:creationId xmlns:a16="http://schemas.microsoft.com/office/drawing/2014/main" id="{219BE123-2C6E-4249-4899-03666D23FE63}"/>
              </a:ext>
            </a:extLst>
          </p:cNvPr>
          <p:cNvSpPr txBox="1"/>
          <p:nvPr/>
        </p:nvSpPr>
        <p:spPr>
          <a:xfrm>
            <a:off x="598714" y="1280160"/>
            <a:ext cx="10972800" cy="4696097"/>
          </a:xfrm>
          <a:prstGeom prst="rect">
            <a:avLst/>
          </a:prstGeom>
          <a:noFill/>
        </p:spPr>
        <p:txBody>
          <a:bodyPr wrap="square" lIns="0" tIns="0" rIns="0" bIns="0" rtlCol="0">
            <a:noAutofit/>
          </a:bodyPr>
          <a:lstStyle/>
          <a:p>
            <a:pPr marL="285750" indent="-285750">
              <a:buFont typeface="Wingdings" panose="05000000000000000000" pitchFamily="2" charset="2"/>
              <a:buChar char="§"/>
            </a:pPr>
            <a:r>
              <a:rPr lang="en-IN" sz="2400" dirty="0"/>
              <a:t>Version Control using </a:t>
            </a:r>
            <a:r>
              <a:rPr lang="en-IN" sz="2400" dirty="0">
                <a:hlinkClick r:id="rId2"/>
              </a:rPr>
              <a:t>GitHub</a:t>
            </a:r>
            <a:endParaRPr lang="en-IN" sz="2400" dirty="0"/>
          </a:p>
          <a:p>
            <a:pPr marL="285750" indent="-285750">
              <a:buFont typeface="Wingdings" panose="05000000000000000000" pitchFamily="2" charset="2"/>
              <a:buChar char="§"/>
            </a:pPr>
            <a:endParaRPr lang="en-IN" sz="2400" dirty="0"/>
          </a:p>
          <a:p>
            <a:pPr marL="285750" indent="-285750">
              <a:buFont typeface="Wingdings" panose="05000000000000000000" pitchFamily="2" charset="2"/>
              <a:buChar char="§"/>
            </a:pPr>
            <a:r>
              <a:rPr lang="en-IN" sz="2400" dirty="0"/>
              <a:t>Task and Bug Tracking using Jira Kanban board</a:t>
            </a:r>
          </a:p>
          <a:p>
            <a:pPr marL="285750" indent="-285750">
              <a:buFont typeface="Wingdings" panose="05000000000000000000" pitchFamily="2" charset="2"/>
              <a:buChar char="§"/>
            </a:pPr>
            <a:endParaRPr lang="en-IN" sz="2400" dirty="0"/>
          </a:p>
          <a:p>
            <a:pPr marL="285750" indent="-285750">
              <a:buFont typeface="Wingdings" panose="05000000000000000000" pitchFamily="2" charset="2"/>
              <a:buChar char="§"/>
            </a:pPr>
            <a:r>
              <a:rPr lang="en-IN" sz="2400" dirty="0"/>
              <a:t>Defect tracking, fixing using Git commits</a:t>
            </a:r>
          </a:p>
          <a:p>
            <a:pPr marL="285750" indent="-285750">
              <a:buFont typeface="Wingdings" panose="05000000000000000000" pitchFamily="2" charset="2"/>
              <a:buChar char="§"/>
            </a:pPr>
            <a:endParaRPr lang="en-IN" sz="2400" dirty="0"/>
          </a:p>
        </p:txBody>
      </p:sp>
    </p:spTree>
    <p:extLst>
      <p:ext uri="{BB962C8B-B14F-4D97-AF65-F5344CB8AC3E}">
        <p14:creationId xmlns:p14="http://schemas.microsoft.com/office/powerpoint/2010/main" val="224486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7525D-0624-34C7-8DBB-A170BAECC079}"/>
              </a:ext>
            </a:extLst>
          </p:cNvPr>
          <p:cNvSpPr>
            <a:spLocks noGrp="1"/>
          </p:cNvSpPr>
          <p:nvPr>
            <p:ph type="title"/>
          </p:nvPr>
        </p:nvSpPr>
        <p:spPr/>
        <p:txBody>
          <a:bodyPr/>
          <a:lstStyle/>
          <a:p>
            <a:r>
              <a:rPr lang="en-IN" dirty="0"/>
              <a:t>Project Management - Jira</a:t>
            </a:r>
          </a:p>
        </p:txBody>
      </p:sp>
      <p:sp>
        <p:nvSpPr>
          <p:cNvPr id="3" name="TextBox 2">
            <a:extLst>
              <a:ext uri="{FF2B5EF4-FFF2-40B4-BE49-F238E27FC236}">
                <a16:creationId xmlns:a16="http://schemas.microsoft.com/office/drawing/2014/main" id="{219BE123-2C6E-4249-4899-03666D23FE63}"/>
              </a:ext>
            </a:extLst>
          </p:cNvPr>
          <p:cNvSpPr txBox="1"/>
          <p:nvPr/>
        </p:nvSpPr>
        <p:spPr>
          <a:xfrm>
            <a:off x="598714" y="1280160"/>
            <a:ext cx="10972800" cy="4696097"/>
          </a:xfrm>
          <a:prstGeom prst="rect">
            <a:avLst/>
          </a:prstGeom>
          <a:noFill/>
        </p:spPr>
        <p:txBody>
          <a:bodyPr wrap="square" lIns="0" tIns="0" rIns="0" bIns="0" rtlCol="0">
            <a:noAutofit/>
          </a:bodyPr>
          <a:lstStyle/>
          <a:p>
            <a:pPr marL="285750" indent="-285750">
              <a:buFont typeface="Wingdings" panose="05000000000000000000" pitchFamily="2" charset="2"/>
              <a:buChar char="§"/>
            </a:pPr>
            <a:r>
              <a:rPr lang="en-IN" sz="2400" dirty="0"/>
              <a:t>Kanban Jira Dashboard</a:t>
            </a:r>
          </a:p>
          <a:p>
            <a:pPr marL="285750" indent="-285750">
              <a:buFont typeface="Wingdings" panose="05000000000000000000" pitchFamily="2" charset="2"/>
              <a:buChar char="§"/>
            </a:pPr>
            <a:endParaRPr lang="en-IN" sz="2400" dirty="0"/>
          </a:p>
          <a:p>
            <a:pPr marL="285750" indent="-285750">
              <a:buFont typeface="Wingdings" panose="05000000000000000000" pitchFamily="2" charset="2"/>
              <a:buChar char="§"/>
            </a:pPr>
            <a:r>
              <a:rPr lang="en-IN" sz="2400" dirty="0"/>
              <a:t>Tickets raised under one Epic</a:t>
            </a:r>
          </a:p>
          <a:p>
            <a:pPr marL="285750" indent="-285750">
              <a:buFont typeface="Wingdings" panose="05000000000000000000" pitchFamily="2" charset="2"/>
              <a:buChar char="§"/>
            </a:pPr>
            <a:endParaRPr lang="en-IN" sz="2400" dirty="0"/>
          </a:p>
          <a:p>
            <a:pPr marL="285750" indent="-285750">
              <a:buFont typeface="Wingdings" panose="05000000000000000000" pitchFamily="2" charset="2"/>
              <a:buChar char="§"/>
            </a:pPr>
            <a:r>
              <a:rPr lang="en-IN" sz="2400" dirty="0"/>
              <a:t>Git commits linked to Jira Tickets</a:t>
            </a:r>
          </a:p>
          <a:p>
            <a:pPr marL="285750" indent="-285750">
              <a:buFont typeface="Wingdings" panose="05000000000000000000" pitchFamily="2" charset="2"/>
              <a:buChar char="§"/>
            </a:pPr>
            <a:endParaRPr lang="en-IN" sz="2400" dirty="0"/>
          </a:p>
          <a:p>
            <a:pPr marL="285750" indent="-285750">
              <a:buFont typeface="Wingdings" panose="05000000000000000000" pitchFamily="2" charset="2"/>
              <a:buChar char="§"/>
            </a:pPr>
            <a:r>
              <a:rPr lang="en-IN" sz="2400" dirty="0"/>
              <a:t>Raising bugs, with the reproduction steps</a:t>
            </a:r>
          </a:p>
          <a:p>
            <a:pPr marL="285750" indent="-285750">
              <a:buFont typeface="Wingdings" panose="05000000000000000000" pitchFamily="2" charset="2"/>
              <a:buChar char="§"/>
            </a:pPr>
            <a:endParaRPr lang="en-IN" sz="2400" dirty="0"/>
          </a:p>
        </p:txBody>
      </p:sp>
    </p:spTree>
    <p:extLst>
      <p:ext uri="{BB962C8B-B14F-4D97-AF65-F5344CB8AC3E}">
        <p14:creationId xmlns:p14="http://schemas.microsoft.com/office/powerpoint/2010/main" val="985194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7525D-0624-34C7-8DBB-A170BAECC079}"/>
              </a:ext>
            </a:extLst>
          </p:cNvPr>
          <p:cNvSpPr>
            <a:spLocks noGrp="1"/>
          </p:cNvSpPr>
          <p:nvPr>
            <p:ph type="title"/>
          </p:nvPr>
        </p:nvSpPr>
        <p:spPr/>
        <p:txBody>
          <a:bodyPr/>
          <a:lstStyle/>
          <a:p>
            <a:r>
              <a:rPr lang="en-IN" dirty="0"/>
              <a:t>Scope for improvement</a:t>
            </a:r>
          </a:p>
        </p:txBody>
      </p:sp>
      <p:sp>
        <p:nvSpPr>
          <p:cNvPr id="3" name="TextBox 2">
            <a:extLst>
              <a:ext uri="{FF2B5EF4-FFF2-40B4-BE49-F238E27FC236}">
                <a16:creationId xmlns:a16="http://schemas.microsoft.com/office/drawing/2014/main" id="{219BE123-2C6E-4249-4899-03666D23FE63}"/>
              </a:ext>
            </a:extLst>
          </p:cNvPr>
          <p:cNvSpPr txBox="1"/>
          <p:nvPr/>
        </p:nvSpPr>
        <p:spPr>
          <a:xfrm>
            <a:off x="598714" y="1280160"/>
            <a:ext cx="10972800" cy="4696097"/>
          </a:xfrm>
          <a:prstGeom prst="rect">
            <a:avLst/>
          </a:prstGeom>
          <a:noFill/>
        </p:spPr>
        <p:txBody>
          <a:bodyPr wrap="square" lIns="0" tIns="0" rIns="0" bIns="0" rtlCol="0">
            <a:noAutofit/>
          </a:bodyPr>
          <a:lstStyle/>
          <a:p>
            <a:pPr marL="285750" indent="-285750">
              <a:buFont typeface="Wingdings" panose="05000000000000000000" pitchFamily="2" charset="2"/>
              <a:buChar char="§"/>
            </a:pPr>
            <a:r>
              <a:rPr lang="en-IN" sz="2400" dirty="0"/>
              <a:t>Application </a:t>
            </a:r>
          </a:p>
          <a:p>
            <a:pPr marL="285750" indent="-285750">
              <a:buFont typeface="Wingdings" panose="05000000000000000000" pitchFamily="2" charset="2"/>
              <a:buChar char="§"/>
            </a:pPr>
            <a:endParaRPr lang="en-IN" sz="2400" dirty="0"/>
          </a:p>
          <a:p>
            <a:pPr marL="742950" lvl="1" indent="-285750">
              <a:buFont typeface="Wingdings" panose="05000000000000000000" pitchFamily="2" charset="2"/>
              <a:buChar char="§"/>
            </a:pPr>
            <a:r>
              <a:rPr lang="en-IN" sz="2400" dirty="0"/>
              <a:t>Cleaner User Experience</a:t>
            </a:r>
          </a:p>
          <a:p>
            <a:pPr marL="742950" lvl="1" indent="-285750">
              <a:buFont typeface="Wingdings" panose="05000000000000000000" pitchFamily="2" charset="2"/>
              <a:buChar char="§"/>
            </a:pPr>
            <a:r>
              <a:rPr lang="en-IN" sz="2400" dirty="0"/>
              <a:t>More tracking tools, more AI based features</a:t>
            </a:r>
          </a:p>
          <a:p>
            <a:pPr marL="285750" indent="-285750">
              <a:buFont typeface="Wingdings" panose="05000000000000000000" pitchFamily="2" charset="2"/>
              <a:buChar char="§"/>
            </a:pPr>
            <a:endParaRPr lang="en-IN" sz="2400" dirty="0"/>
          </a:p>
          <a:p>
            <a:pPr marL="285750" indent="-285750">
              <a:buFont typeface="Wingdings" panose="05000000000000000000" pitchFamily="2" charset="2"/>
              <a:buChar char="§"/>
            </a:pPr>
            <a:r>
              <a:rPr lang="en-IN" sz="2400" dirty="0"/>
              <a:t>Project Management</a:t>
            </a:r>
          </a:p>
          <a:p>
            <a:pPr marL="285750" indent="-285750">
              <a:buFont typeface="Wingdings" panose="05000000000000000000" pitchFamily="2" charset="2"/>
              <a:buChar char="§"/>
            </a:pPr>
            <a:endParaRPr lang="en-IN" sz="2400" dirty="0"/>
          </a:p>
          <a:p>
            <a:pPr marL="742950" lvl="1" indent="-285750">
              <a:buFont typeface="Wingdings" panose="05000000000000000000" pitchFamily="2" charset="2"/>
              <a:buChar char="§"/>
            </a:pPr>
            <a:r>
              <a:rPr lang="en-IN" sz="2400" dirty="0"/>
              <a:t>Organising Git Repos using branches</a:t>
            </a:r>
          </a:p>
          <a:p>
            <a:pPr marL="742950" lvl="1" indent="-285750">
              <a:buFont typeface="Wingdings" panose="05000000000000000000" pitchFamily="2" charset="2"/>
              <a:buChar char="§"/>
            </a:pPr>
            <a:r>
              <a:rPr lang="en-IN" sz="2400" dirty="0"/>
              <a:t>Time logging in Jira tickets</a:t>
            </a:r>
          </a:p>
          <a:p>
            <a:pPr marL="742950" lvl="1" indent="-285750">
              <a:buFont typeface="Wingdings" panose="05000000000000000000" pitchFamily="2" charset="2"/>
              <a:buChar char="§"/>
            </a:pPr>
            <a:r>
              <a:rPr lang="en-IN" sz="2400" dirty="0"/>
              <a:t>Linking Jira with Git Hub and tracking commits</a:t>
            </a:r>
          </a:p>
          <a:p>
            <a:pPr marL="742950" lvl="1" indent="-285750">
              <a:buFont typeface="Wingdings" panose="05000000000000000000" pitchFamily="2" charset="2"/>
              <a:buChar char="§"/>
            </a:pPr>
            <a:r>
              <a:rPr lang="en-IN" sz="2400" dirty="0"/>
              <a:t>Tasks, Subtasks and better defect tracking</a:t>
            </a:r>
          </a:p>
          <a:p>
            <a:pPr marL="742950" lvl="1" indent="-285750">
              <a:buFont typeface="Wingdings" panose="05000000000000000000" pitchFamily="2" charset="2"/>
              <a:buChar char="§"/>
            </a:pPr>
            <a:r>
              <a:rPr lang="en-IN" sz="2400" dirty="0"/>
              <a:t>Creation of a Test Plan and testing against the Requirements</a:t>
            </a:r>
          </a:p>
          <a:p>
            <a:pPr marL="285750" indent="-285750">
              <a:buFont typeface="Wingdings" panose="05000000000000000000" pitchFamily="2" charset="2"/>
              <a:buChar char="§"/>
            </a:pPr>
            <a:endParaRPr lang="en-IN" sz="2400" dirty="0"/>
          </a:p>
        </p:txBody>
      </p:sp>
    </p:spTree>
    <p:extLst>
      <p:ext uri="{BB962C8B-B14F-4D97-AF65-F5344CB8AC3E}">
        <p14:creationId xmlns:p14="http://schemas.microsoft.com/office/powerpoint/2010/main" val="1301166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00944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ST">
  <a:themeElements>
    <a:clrScheme name="Custom 1">
      <a:dk1>
        <a:srgbClr val="323232"/>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_PowerPoint_16x9_21Oct2020" id="{2FCFBAFE-DAA5-46BD-B8DC-04E9DEE71F3A}" vid="{90151F41-C9BF-4400-9ABD-DB0CFDBABE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934a54b-9cd8-44fa-8537-e751976983dc">
      <Terms xmlns="http://schemas.microsoft.com/office/infopath/2007/PartnerControls"/>
    </lcf76f155ced4ddcb4097134ff3c332f>
    <TaxCatchAll xmlns="18fab25d-ba0b-4d17-b8dd-9ab6d27e4e09" xsi:nil="true"/>
    <SharedWithUsers xmlns="18fab25d-ba0b-4d17-b8dd-9ab6d27e4e09">
      <UserInfo>
        <DisplayName>Arjun Vinod(UST,IN)</DisplayName>
        <AccountId>133</AccountId>
        <AccountType/>
      </UserInfo>
      <UserInfo>
        <DisplayName>Parijat Prabhudesai(UST,IN)</DisplayName>
        <AccountId>18</AccountId>
        <AccountType/>
      </UserInfo>
      <UserInfo>
        <DisplayName>Parvathy Prasanna Kumari(UST,IN)</DisplayName>
        <AccountId>74</AccountId>
        <AccountType/>
      </UserInfo>
      <UserInfo>
        <DisplayName>Elwin Subin(UST,IN)</DisplayName>
        <AccountId>1248</AccountId>
        <AccountType/>
      </UserInfo>
      <UserInfo>
        <DisplayName>Lishoy Marath Lohithakshan(UST,IN)</DisplayName>
        <AccountId>87</AccountId>
        <AccountType/>
      </UserInfo>
      <UserInfo>
        <DisplayName>Shamikkumar Bhanubhai Joshi(UST,IN)</DisplayName>
        <AccountId>1386</AccountId>
        <AccountType/>
      </UserInfo>
      <UserInfo>
        <DisplayName>Ganga Ajayankumar Sheena(UST,IN)</DisplayName>
        <AccountId>66</AccountId>
        <AccountType/>
      </UserInfo>
      <UserInfo>
        <DisplayName>Sajith Pulparambil Saju(UST,IN)</DisplayName>
        <AccountId>2066</AccountId>
        <AccountType/>
      </UserInfo>
      <UserInfo>
        <DisplayName>Aswanth Etavan Veettil(UST,IN)</DisplayName>
        <AccountId>2067</AccountId>
        <AccountType/>
      </UserInfo>
      <UserInfo>
        <DisplayName>Mohammed Azlah Sadath(UST,IN)</DisplayName>
        <AccountId>2068</AccountId>
        <AccountType/>
      </UserInfo>
      <UserInfo>
        <DisplayName>Abhishek Suresh(UST,IN)</DisplayName>
        <AccountId>128</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ACE93C9E156FB44A8C96FC6FB495CE0" ma:contentTypeVersion="15" ma:contentTypeDescription="Create a new document." ma:contentTypeScope="" ma:versionID="29cd1714c57a436bb63f958ef25a196f">
  <xsd:schema xmlns:xsd="http://www.w3.org/2001/XMLSchema" xmlns:xs="http://www.w3.org/2001/XMLSchema" xmlns:p="http://schemas.microsoft.com/office/2006/metadata/properties" xmlns:ns2="18fab25d-ba0b-4d17-b8dd-9ab6d27e4e09" xmlns:ns3="b934a54b-9cd8-44fa-8537-e751976983dc" targetNamespace="http://schemas.microsoft.com/office/2006/metadata/properties" ma:root="true" ma:fieldsID="563ffc0d63ce2a4148c3b4eaaa49a38f" ns2:_="" ns3:_="">
    <xsd:import namespace="18fab25d-ba0b-4d17-b8dd-9ab6d27e4e09"/>
    <xsd:import namespace="b934a54b-9cd8-44fa-8537-e751976983d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Location" minOccurs="0"/>
                <xsd:element ref="ns3:lcf76f155ced4ddcb4097134ff3c332f" minOccurs="0"/>
                <xsd:element ref="ns2:TaxCatchAll"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fab25d-ba0b-4d17-b8dd-9ab6d27e4e09"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944632f-31a9-4f62-bda3-e3c86b5edc7e}" ma:internalName="TaxCatchAll" ma:showField="CatchAllData" ma:web="18fab25d-ba0b-4d17-b8dd-9ab6d27e4e0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934a54b-9cd8-44fa-8537-e751976983d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ca363587-87ea-41e2-9a9e-8270a2079e61"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B17FD6-29CA-4E8F-BB8C-191CCA15BB90}">
  <ds:schemaRefs>
    <ds:schemaRef ds:uri="18fab25d-ba0b-4d17-b8dd-9ab6d27e4e09"/>
    <ds:schemaRef ds:uri="b934a54b-9cd8-44fa-8537-e751976983d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3DDC088-9DC0-4CD7-972C-0BEBDB22D5A0}">
  <ds:schemaRefs>
    <ds:schemaRef ds:uri="http://schemas.microsoft.com/sharepoint/v3/contenttype/forms"/>
  </ds:schemaRefs>
</ds:datastoreItem>
</file>

<file path=customXml/itemProps3.xml><?xml version="1.0" encoding="utf-8"?>
<ds:datastoreItem xmlns:ds="http://schemas.openxmlformats.org/officeDocument/2006/customXml" ds:itemID="{521BE2C1-028C-4532-BD93-15376B4B5FEA}">
  <ds:schemaRefs>
    <ds:schemaRef ds:uri="18fab25d-ba0b-4d17-b8dd-9ab6d27e4e09"/>
    <ds:schemaRef ds:uri="b934a54b-9cd8-44fa-8537-e751976983d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201</TotalTime>
  <Words>306</Words>
  <Application>Microsoft Office PowerPoint</Application>
  <PresentationFormat>Widescreen</PresentationFormat>
  <Paragraphs>85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Wingdings</vt:lpstr>
      <vt:lpstr>UST</vt:lpstr>
      <vt:lpstr>Zest Finance</vt:lpstr>
      <vt:lpstr>Project Overview</vt:lpstr>
      <vt:lpstr>Finance tool features</vt:lpstr>
      <vt:lpstr>Django-Based Banking Web Application - Features</vt:lpstr>
      <vt:lpstr>Django-Based Banking Web Application - Features</vt:lpstr>
      <vt:lpstr>Loan Eligibility prediction using AI</vt:lpstr>
      <vt:lpstr>Project Management</vt:lpstr>
      <vt:lpstr>Project Management - Jira</vt:lpstr>
      <vt:lpstr>Scope for improvement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TCM Validation - August 2023 Update</dc:title>
  <dc:creator>Parijat Prabhudesai(UST,IN)</dc:creator>
  <cp:lastModifiedBy>Srinandan Prakash(UST,IN)</cp:lastModifiedBy>
  <cp:revision>9</cp:revision>
  <dcterms:created xsi:type="dcterms:W3CDTF">2023-08-28T06:32:55Z</dcterms:created>
  <dcterms:modified xsi:type="dcterms:W3CDTF">2025-05-02T11:48:56Z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0x0101008ACE93C9E156FB44A8C96FC6FB495CE0</vt:lpwstr>
  </property>
  <property fmtid="{D5CDD505-2E9C-101B-9397-08002B2CF9AE}" pid="3" name="MediaServiceImageTags">
    <vt:lpwstr/>
  </property>
</Properties>
</file>